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2" r:id="rId4"/>
    <p:sldId id="263" r:id="rId5"/>
    <p:sldId id="264" r:id="rId6"/>
    <p:sldId id="265" r:id="rId7"/>
    <p:sldId id="266" r:id="rId8"/>
    <p:sldId id="267" r:id="rId9"/>
    <p:sldId id="261" r:id="rId10"/>
    <p:sldId id="257" r:id="rId11"/>
    <p:sldId id="259" r:id="rId12"/>
    <p:sldId id="269" r:id="rId13"/>
    <p:sldId id="270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CD0569-2F4A-416F-B625-8899473AE4B4}">
          <p14:sldIdLst>
            <p14:sldId id="256"/>
            <p14:sldId id="258"/>
            <p14:sldId id="262"/>
            <p14:sldId id="263"/>
            <p14:sldId id="264"/>
            <p14:sldId id="265"/>
            <p14:sldId id="266"/>
            <p14:sldId id="267"/>
            <p14:sldId id="261"/>
            <p14:sldId id="257"/>
            <p14:sldId id="259"/>
            <p14:sldId id="269"/>
            <p14:sldId id="270"/>
            <p14:sldId id="268"/>
          </p14:sldIdLst>
        </p14:section>
      </p14:sectionLst>
    </p:ex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-908" y="-1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ugata Bhattacharya" userId="2da0211429fe3e84" providerId="LiveId" clId="{462F6087-D357-4AD7-95C1-25BC44BD2E09}"/>
    <pc:docChg chg="custSel modSld sldOrd">
      <pc:chgData name="Saugata Bhattacharya" userId="2da0211429fe3e84" providerId="LiveId" clId="{462F6087-D357-4AD7-95C1-25BC44BD2E09}" dt="2026-01-08T05:10:14.396" v="637" actId="14100"/>
      <pc:docMkLst>
        <pc:docMk/>
      </pc:docMkLst>
      <pc:sldChg chg="modSp mod">
        <pc:chgData name="Saugata Bhattacharya" userId="2da0211429fe3e84" providerId="LiveId" clId="{462F6087-D357-4AD7-95C1-25BC44BD2E09}" dt="2026-01-08T04:58:50.915" v="580" actId="20577"/>
        <pc:sldMkLst>
          <pc:docMk/>
          <pc:sldMk cId="2649418488" sldId="256"/>
        </pc:sldMkLst>
        <pc:spChg chg="mod">
          <ac:chgData name="Saugata Bhattacharya" userId="2da0211429fe3e84" providerId="LiveId" clId="{462F6087-D357-4AD7-95C1-25BC44BD2E09}" dt="2026-01-08T04:58:50.915" v="580" actId="20577"/>
          <ac:spMkLst>
            <pc:docMk/>
            <pc:sldMk cId="2649418488" sldId="256"/>
            <ac:spMk id="3" creationId="{1D78666A-6BF9-0FAC-5DBE-FD3EB79F9F96}"/>
          </ac:spMkLst>
        </pc:spChg>
      </pc:sldChg>
      <pc:sldChg chg="modSp mod">
        <pc:chgData name="Saugata Bhattacharya" userId="2da0211429fe3e84" providerId="LiveId" clId="{462F6087-D357-4AD7-95C1-25BC44BD2E09}" dt="2026-01-08T05:10:14.396" v="637" actId="14100"/>
        <pc:sldMkLst>
          <pc:docMk/>
          <pc:sldMk cId="4193434910" sldId="257"/>
        </pc:sldMkLst>
        <pc:graphicFrameChg chg="mod modGraphic">
          <ac:chgData name="Saugata Bhattacharya" userId="2da0211429fe3e84" providerId="LiveId" clId="{462F6087-D357-4AD7-95C1-25BC44BD2E09}" dt="2026-01-08T05:10:14.396" v="637" actId="14100"/>
          <ac:graphicFrameMkLst>
            <pc:docMk/>
            <pc:sldMk cId="4193434910" sldId="257"/>
            <ac:graphicFrameMk id="5" creationId="{F5D9BE10-F441-3951-B2BB-726092B89614}"/>
          </ac:graphicFrameMkLst>
        </pc:graphicFrameChg>
      </pc:sldChg>
      <pc:sldChg chg="modSp mod">
        <pc:chgData name="Saugata Bhattacharya" userId="2da0211429fe3e84" providerId="LiveId" clId="{462F6087-D357-4AD7-95C1-25BC44BD2E09}" dt="2026-01-08T04:59:30.737" v="581" actId="20577"/>
        <pc:sldMkLst>
          <pc:docMk/>
          <pc:sldMk cId="1247535519" sldId="258"/>
        </pc:sldMkLst>
        <pc:spChg chg="mod">
          <ac:chgData name="Saugata Bhattacharya" userId="2da0211429fe3e84" providerId="LiveId" clId="{462F6087-D357-4AD7-95C1-25BC44BD2E09}" dt="2026-01-08T04:59:30.737" v="581" actId="20577"/>
          <ac:spMkLst>
            <pc:docMk/>
            <pc:sldMk cId="1247535519" sldId="258"/>
            <ac:spMk id="3" creationId="{6A130ECD-FC8C-2165-9DFB-D3B9912EBC3B}"/>
          </ac:spMkLst>
        </pc:spChg>
      </pc:sldChg>
      <pc:sldChg chg="modSp mod">
        <pc:chgData name="Saugata Bhattacharya" userId="2da0211429fe3e84" providerId="LiveId" clId="{462F6087-D357-4AD7-95C1-25BC44BD2E09}" dt="2026-01-08T05:00:06.194" v="590" actId="14100"/>
        <pc:sldMkLst>
          <pc:docMk/>
          <pc:sldMk cId="2422081107" sldId="259"/>
        </pc:sldMkLst>
        <pc:graphicFrameChg chg="mod modGraphic">
          <ac:chgData name="Saugata Bhattacharya" userId="2da0211429fe3e84" providerId="LiveId" clId="{462F6087-D357-4AD7-95C1-25BC44BD2E09}" dt="2026-01-08T05:00:06.194" v="590" actId="14100"/>
          <ac:graphicFrameMkLst>
            <pc:docMk/>
            <pc:sldMk cId="2422081107" sldId="259"/>
            <ac:graphicFrameMk id="5" creationId="{0C48E64E-2D8E-1903-5867-35B83E2FCDFA}"/>
          </ac:graphicFrameMkLst>
        </pc:graphicFrameChg>
      </pc:sldChg>
      <pc:sldChg chg="ord">
        <pc:chgData name="Saugata Bhattacharya" userId="2da0211429fe3e84" providerId="LiveId" clId="{462F6087-D357-4AD7-95C1-25BC44BD2E09}" dt="2026-01-08T04:59:35.693" v="585"/>
        <pc:sldMkLst>
          <pc:docMk/>
          <pc:sldMk cId="1726878408" sldId="262"/>
        </pc:sldMkLst>
      </pc:sldChg>
      <pc:sldChg chg="modSp mod">
        <pc:chgData name="Saugata Bhattacharya" userId="2da0211429fe3e84" providerId="LiveId" clId="{462F6087-D357-4AD7-95C1-25BC44BD2E09}" dt="2026-01-08T04:41:00.168" v="60" actId="20577"/>
        <pc:sldMkLst>
          <pc:docMk/>
          <pc:sldMk cId="1317684049" sldId="263"/>
        </pc:sldMkLst>
        <pc:graphicFrameChg chg="modGraphic">
          <ac:chgData name="Saugata Bhattacharya" userId="2da0211429fe3e84" providerId="LiveId" clId="{462F6087-D357-4AD7-95C1-25BC44BD2E09}" dt="2026-01-08T04:41:00.168" v="60" actId="20577"/>
          <ac:graphicFrameMkLst>
            <pc:docMk/>
            <pc:sldMk cId="1317684049" sldId="263"/>
            <ac:graphicFrameMk id="3" creationId="{87CBF4AE-0FDF-C4E3-654E-64F36B122759}"/>
          </ac:graphicFrameMkLst>
        </pc:graphicFrameChg>
      </pc:sldChg>
      <pc:sldChg chg="modSp mod">
        <pc:chgData name="Saugata Bhattacharya" userId="2da0211429fe3e84" providerId="LiveId" clId="{462F6087-D357-4AD7-95C1-25BC44BD2E09}" dt="2026-01-08T05:01:10.357" v="600" actId="14100"/>
        <pc:sldMkLst>
          <pc:docMk/>
          <pc:sldMk cId="254041971" sldId="264"/>
        </pc:sldMkLst>
        <pc:graphicFrameChg chg="mod modGraphic">
          <ac:chgData name="Saugata Bhattacharya" userId="2da0211429fe3e84" providerId="LiveId" clId="{462F6087-D357-4AD7-95C1-25BC44BD2E09}" dt="2026-01-08T05:01:10.357" v="600" actId="14100"/>
          <ac:graphicFrameMkLst>
            <pc:docMk/>
            <pc:sldMk cId="254041971" sldId="264"/>
            <ac:graphicFrameMk id="3" creationId="{01830B15-88C3-0335-9C7E-6AF76FBCDC02}"/>
          </ac:graphicFrameMkLst>
        </pc:graphicFrameChg>
      </pc:sldChg>
      <pc:sldChg chg="modSp mod">
        <pc:chgData name="Saugata Bhattacharya" userId="2da0211429fe3e84" providerId="LiveId" clId="{462F6087-D357-4AD7-95C1-25BC44BD2E09}" dt="2026-01-08T05:00:29.146" v="594" actId="14100"/>
        <pc:sldMkLst>
          <pc:docMk/>
          <pc:sldMk cId="301118195" sldId="265"/>
        </pc:sldMkLst>
        <pc:graphicFrameChg chg="mod modGraphic">
          <ac:chgData name="Saugata Bhattacharya" userId="2da0211429fe3e84" providerId="LiveId" clId="{462F6087-D357-4AD7-95C1-25BC44BD2E09}" dt="2026-01-08T05:00:29.146" v="594" actId="14100"/>
          <ac:graphicFrameMkLst>
            <pc:docMk/>
            <pc:sldMk cId="301118195" sldId="265"/>
            <ac:graphicFrameMk id="3" creationId="{D631BE6B-4BA2-B498-4F70-A1DBF3BD6C08}"/>
          </ac:graphicFrameMkLst>
        </pc:graphicFrameChg>
      </pc:sldChg>
      <pc:sldChg chg="modSp mod">
        <pc:chgData name="Saugata Bhattacharya" userId="2da0211429fe3e84" providerId="LiveId" clId="{462F6087-D357-4AD7-95C1-25BC44BD2E09}" dt="2026-01-08T04:55:30.449" v="292" actId="20577"/>
        <pc:sldMkLst>
          <pc:docMk/>
          <pc:sldMk cId="4156420371" sldId="267"/>
        </pc:sldMkLst>
        <pc:spChg chg="mod">
          <ac:chgData name="Saugata Bhattacharya" userId="2da0211429fe3e84" providerId="LiveId" clId="{462F6087-D357-4AD7-95C1-25BC44BD2E09}" dt="2026-01-08T04:48:46.399" v="82" actId="1076"/>
          <ac:spMkLst>
            <pc:docMk/>
            <pc:sldMk cId="4156420371" sldId="267"/>
            <ac:spMk id="4" creationId="{9650AD37-6ED3-05C2-3393-D82709319938}"/>
          </ac:spMkLst>
        </pc:spChg>
        <pc:spChg chg="mod">
          <ac:chgData name="Saugata Bhattacharya" userId="2da0211429fe3e84" providerId="LiveId" clId="{462F6087-D357-4AD7-95C1-25BC44BD2E09}" dt="2026-01-08T04:55:08.596" v="270" actId="20577"/>
          <ac:spMkLst>
            <pc:docMk/>
            <pc:sldMk cId="4156420371" sldId="267"/>
            <ac:spMk id="5" creationId="{47AB2906-E61E-2323-4D31-D216CFE6A0DA}"/>
          </ac:spMkLst>
        </pc:spChg>
        <pc:spChg chg="mod">
          <ac:chgData name="Saugata Bhattacharya" userId="2da0211429fe3e84" providerId="LiveId" clId="{462F6087-D357-4AD7-95C1-25BC44BD2E09}" dt="2026-01-08T04:55:30.449" v="292" actId="20577"/>
          <ac:spMkLst>
            <pc:docMk/>
            <pc:sldMk cId="4156420371" sldId="267"/>
            <ac:spMk id="6" creationId="{0CB7053F-9019-EC8F-63D1-5EB2B3E9E594}"/>
          </ac:spMkLst>
        </pc:spChg>
        <pc:spChg chg="mod">
          <ac:chgData name="Saugata Bhattacharya" userId="2da0211429fe3e84" providerId="LiveId" clId="{462F6087-D357-4AD7-95C1-25BC44BD2E09}" dt="2026-01-08T04:53:05.582" v="250" actId="1076"/>
          <ac:spMkLst>
            <pc:docMk/>
            <pc:sldMk cId="4156420371" sldId="267"/>
            <ac:spMk id="7" creationId="{3CDF6536-927B-61F0-20BF-C84BC3E47341}"/>
          </ac:spMkLst>
        </pc:spChg>
        <pc:spChg chg="mod">
          <ac:chgData name="Saugata Bhattacharya" userId="2da0211429fe3e84" providerId="LiveId" clId="{462F6087-D357-4AD7-95C1-25BC44BD2E09}" dt="2026-01-08T04:49:06.093" v="94" actId="20577"/>
          <ac:spMkLst>
            <pc:docMk/>
            <pc:sldMk cId="4156420371" sldId="267"/>
            <ac:spMk id="8" creationId="{6D83C5D1-2FA1-8AC7-CEFF-34A58D451036}"/>
          </ac:spMkLst>
        </pc:spChg>
        <pc:spChg chg="mod">
          <ac:chgData name="Saugata Bhattacharya" userId="2da0211429fe3e84" providerId="LiveId" clId="{462F6087-D357-4AD7-95C1-25BC44BD2E09}" dt="2026-01-08T04:51:07.358" v="182" actId="20577"/>
          <ac:spMkLst>
            <pc:docMk/>
            <pc:sldMk cId="4156420371" sldId="267"/>
            <ac:spMk id="9" creationId="{3439AE4D-5A95-C98A-4090-087056C5BEE7}"/>
          </ac:spMkLst>
        </pc:spChg>
        <pc:spChg chg="mod">
          <ac:chgData name="Saugata Bhattacharya" userId="2da0211429fe3e84" providerId="LiveId" clId="{462F6087-D357-4AD7-95C1-25BC44BD2E09}" dt="2026-01-08T04:51:18.070" v="197" actId="20577"/>
          <ac:spMkLst>
            <pc:docMk/>
            <pc:sldMk cId="4156420371" sldId="267"/>
            <ac:spMk id="10" creationId="{7A115860-7E27-1CAB-62B7-3B78C9AB68FC}"/>
          </ac:spMkLst>
        </pc:spChg>
        <pc:spChg chg="mod">
          <ac:chgData name="Saugata Bhattacharya" userId="2da0211429fe3e84" providerId="LiveId" clId="{462F6087-D357-4AD7-95C1-25BC44BD2E09}" dt="2026-01-08T04:52:58.768" v="249" actId="1076"/>
          <ac:spMkLst>
            <pc:docMk/>
            <pc:sldMk cId="4156420371" sldId="267"/>
            <ac:spMk id="11" creationId="{B338D23E-D82B-1618-E524-5CB4D766FF0A}"/>
          </ac:spMkLst>
        </pc:spChg>
        <pc:spChg chg="mod">
          <ac:chgData name="Saugata Bhattacharya" userId="2da0211429fe3e84" providerId="LiveId" clId="{462F6087-D357-4AD7-95C1-25BC44BD2E09}" dt="2026-01-08T04:50:42.787" v="162" actId="20577"/>
          <ac:spMkLst>
            <pc:docMk/>
            <pc:sldMk cId="4156420371" sldId="267"/>
            <ac:spMk id="12" creationId="{838CBF79-17C4-E9AC-F98D-16A59C21D7C1}"/>
          </ac:spMkLst>
        </pc:spChg>
        <pc:spChg chg="mod">
          <ac:chgData name="Saugata Bhattacharya" userId="2da0211429fe3e84" providerId="LiveId" clId="{462F6087-D357-4AD7-95C1-25BC44BD2E09}" dt="2026-01-08T04:53:12.754" v="252" actId="1076"/>
          <ac:spMkLst>
            <pc:docMk/>
            <pc:sldMk cId="4156420371" sldId="267"/>
            <ac:spMk id="13" creationId="{76B6726D-798C-06E3-A888-F06BD32382EE}"/>
          </ac:spMkLst>
        </pc:spChg>
        <pc:spChg chg="mod">
          <ac:chgData name="Saugata Bhattacharya" userId="2da0211429fe3e84" providerId="LiveId" clId="{462F6087-D357-4AD7-95C1-25BC44BD2E09}" dt="2026-01-08T04:49:54.752" v="117" actId="207"/>
          <ac:spMkLst>
            <pc:docMk/>
            <pc:sldMk cId="4156420371" sldId="267"/>
            <ac:spMk id="14" creationId="{CCA02C90-FFB9-56A3-A3E9-F7543A2C18A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B9500F-12DB-490B-895F-B07774F004AA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F9C73-DA05-45CD-B4C3-2400494B7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559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F9C73-DA05-45CD-B4C3-2400494B7B2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035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5D71E8-B214-94E3-97A8-37DA714A5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916D2E0-6FFA-2896-16F3-75B95FA7B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08B661C-9395-46AD-B9C2-05C13879C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A2F2F-3AFF-4CD7-91C3-13BD2D7ADF8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8DA7DD1-DBD5-9430-0C2C-9E4B341DD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109C306-0DDD-A90C-721A-A1F489F62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02A2-2C41-4AD0-956E-392907C92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84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DCD9A32-FE29-80D2-8D29-CA6A24A5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531ECFD-EF37-5A92-8727-05BAEB3EA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0099D13-2DA8-2CCA-0E43-B5451DC9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A2F2F-3AFF-4CD7-91C3-13BD2D7ADF8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0473BE0-32DD-5D65-D742-8AD3FA89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26B29B7-D714-CCDC-E5C5-2C55576A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02A2-2C41-4AD0-956E-392907C92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32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C24561-3861-B612-2449-C23493FF7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C36952A-2038-798C-4EAA-DA145BB20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068BF39-E050-A2D6-6E84-A3FDF6183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A2F2F-3AFF-4CD7-91C3-13BD2D7ADF8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0467035-4FAE-3CE7-A500-CE59F6323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B3E1504-97C4-F1D7-E260-792425A7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02A2-2C41-4AD0-956E-392907C92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63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41487EB-4E84-1A54-ABA7-EA70BA5CE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805FBDE-4BB0-23E2-0AF8-DBCAF19A3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0A85F29-A99C-444E-75E1-63C9C4A0E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5F5E529-F761-7B8C-7B59-9F4638FA6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A2F2F-3AFF-4CD7-91C3-13BD2D7ADF8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B832617-E5F8-205B-B985-C3EBDBD4F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DA36B35-477D-51EE-8464-9DE0DEF6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02A2-2C41-4AD0-956E-392907C92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776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8DFFD4B-5FAA-A223-606E-795346CAD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41BF581-ADF0-9F4F-6C50-30D4A681D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15C7A3E-C782-459D-6662-2CF944708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AEF5D268-DD00-B9F6-9B3E-2980D2374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2187BC9-0D83-60B5-AC91-8669158FF8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8A22C075-903A-CC7C-54B0-07F01C7E7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A2F2F-3AFF-4CD7-91C3-13BD2D7ADF8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B06F60F-E730-0586-02B3-7AFD0BA1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FE570F69-C627-E8BF-4636-709A58129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02A2-2C41-4AD0-956E-392907C92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160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8FDDA1-4B35-77BC-8DB0-C2A669D7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C3E0DCF-BB3C-3998-A620-FDD73007B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A2F2F-3AFF-4CD7-91C3-13BD2D7ADF8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4521A4B-B08E-21EA-2154-4C4F786D4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358CA5C-8F10-2154-C709-37FC232A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02A2-2C41-4AD0-956E-392907C92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262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8BE6CD7E-A042-75E5-797E-F59390662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A2F2F-3AFF-4CD7-91C3-13BD2D7ADF8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6C16215-C5FA-E6B0-DBB5-7EF505FE3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02FBD84-7D3D-8C59-BA0D-A9CFD741F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02A2-2C41-4AD0-956E-392907C92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437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D448F2-CC4A-0E7A-5A1A-14731C32F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79876D0-11D8-D7AC-ED8B-254DCFD44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E82BD2B-6399-F3A7-AE3E-E01B7E328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5F22DC7-BD71-FAD5-8DAF-F0EF10334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A2F2F-3AFF-4CD7-91C3-13BD2D7ADF8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2D7798F-5EF6-8DC1-4337-26522DC1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43AF6A7-732E-3D79-A2E0-5A9DD0027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02A2-2C41-4AD0-956E-392907C92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960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7989EEB-AE46-BCD8-12F2-778C80FB0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5DA36368-D42A-D524-D169-6CBDEA130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71A06B6-5179-16CE-BE84-B7D192F10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43CE0BF-249E-6957-70BC-15555FD82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A2F2F-3AFF-4CD7-91C3-13BD2D7ADF8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00896BB-9436-615E-8ACA-36D5E3751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3AD893A-DAE7-75DA-2575-5C5B826B4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02A2-2C41-4AD0-956E-392907C92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617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097FF0-AEAD-D604-F5E0-EAD1F405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ADDC5CE-16B2-3EDB-BF94-2D476D55D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5469A5C-C4CE-4304-2A4F-2457A66BE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A2F2F-3AFF-4CD7-91C3-13BD2D7ADF8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A36C18A-A0FA-8045-5CE9-F2F758039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381A4BE-3094-6958-5AAE-DA3583204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02A2-2C41-4AD0-956E-392907C92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170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DA06B86-F85C-D38D-9F05-867820FA37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DF5680C-BEC3-CAC6-BC40-266A671D2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6D585BC-8327-2DF4-BBC5-694048868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A2F2F-3AFF-4CD7-91C3-13BD2D7ADF8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41EDFB-ADE7-FD05-0C28-35FE1B3E9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94EEBF7-4028-8FEB-73BF-0A7241674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402A2-2C41-4AD0-956E-392907C92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665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F5266DC-2DDA-B64F-B74C-D9B4FB6CC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34E1083-74AD-3840-73A4-43FCC18AD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94D3446-9B83-AC35-CAEB-186774D3DF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A2F2F-3AFF-4CD7-91C3-13BD2D7ADF84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37DAD21-BAB5-9BBC-D4B2-7B31131D30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5FFBA1-F62A-E4FE-82C2-F2E10153A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1402A2-2C41-4AD0-956E-392907C92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12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="" xmlns:a16="http://schemas.microsoft.com/office/drawing/2014/main" id="{676A1B86-DC99-46B9-B5AA-A7E928EA9C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9304FFE-74E9-4316-B822-F35A685E2D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B7DA2C-9B35-7C1E-7DED-4C02F115F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9901" y="1014760"/>
            <a:ext cx="8229599" cy="1142255"/>
          </a:xfrm>
        </p:spPr>
        <p:txBody>
          <a:bodyPr anchor="b">
            <a:normAutofit fontScale="90000"/>
          </a:bodyPr>
          <a:lstStyle/>
          <a:p>
            <a:r>
              <a:rPr lang="en-IN" sz="4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Ayushman Elder Care Services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D78666A-6BF9-0FAC-5DBE-FD3EB79F9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81707" y="3597015"/>
            <a:ext cx="7370956" cy="2346585"/>
          </a:xfrm>
        </p:spPr>
        <p:txBody>
          <a:bodyPr anchor="t">
            <a:noAutofit/>
          </a:bodyPr>
          <a:lstStyle/>
          <a:p>
            <a:r>
              <a:rPr lang="en-IN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Office Address – </a:t>
            </a:r>
            <a:r>
              <a:rPr lang="en-IN" sz="28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Baghajatin</a:t>
            </a:r>
            <a:r>
              <a:rPr lang="en-IN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Station Road, Near Indian </a:t>
            </a:r>
            <a:r>
              <a:rPr lang="en-IN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Bank, </a:t>
            </a:r>
            <a:r>
              <a:rPr lang="en-IN" sz="28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Jadavpur</a:t>
            </a:r>
            <a:r>
              <a:rPr lang="en-IN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Kolkata</a:t>
            </a:r>
            <a:endParaRPr lang="en-IN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IN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Registered Address –</a:t>
            </a:r>
            <a:r>
              <a:rPr lang="en-IN" sz="28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Narendrapur</a:t>
            </a:r>
            <a:r>
              <a:rPr lang="en-IN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Station Road , Near IHRM Hotel Management </a:t>
            </a:r>
            <a:r>
              <a:rPr lang="en-IN" sz="28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College,Sonarpur,Kolkata</a:t>
            </a:r>
            <a:endParaRPr lang="en-IN" sz="2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People holding hands">
            <a:extLst>
              <a:ext uri="{FF2B5EF4-FFF2-40B4-BE49-F238E27FC236}">
                <a16:creationId xmlns="" xmlns:a16="http://schemas.microsoft.com/office/drawing/2014/main" id="{F8698D59-DF60-C00F-3B4A-F4A361361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09" r="26547" b="-1"/>
          <a:stretch>
            <a:fillRect/>
          </a:stretch>
        </p:blipFill>
        <p:spPr>
          <a:xfrm>
            <a:off x="-7266" y="10"/>
            <a:ext cx="3569616" cy="6857990"/>
          </a:xfrm>
          <a:custGeom>
            <a:avLst/>
            <a:gdLst/>
            <a:ahLst/>
            <a:cxnLst/>
            <a:rect l="l" t="t" r="r" b="b"/>
            <a:pathLst>
              <a:path w="3569616" h="6858000">
                <a:moveTo>
                  <a:pt x="0" y="0"/>
                </a:moveTo>
                <a:lnTo>
                  <a:pt x="3119345" y="0"/>
                </a:lnTo>
                <a:lnTo>
                  <a:pt x="3123529" y="17226"/>
                </a:lnTo>
                <a:cubicBezTo>
                  <a:pt x="3124924" y="23927"/>
                  <a:pt x="3126075" y="29690"/>
                  <a:pt x="3127926" y="35733"/>
                </a:cubicBezTo>
                <a:cubicBezTo>
                  <a:pt x="3135983" y="55162"/>
                  <a:pt x="3152761" y="75163"/>
                  <a:pt x="3158476" y="86830"/>
                </a:cubicBezTo>
                <a:lnTo>
                  <a:pt x="3162217" y="105744"/>
                </a:lnTo>
                <a:lnTo>
                  <a:pt x="3166997" y="104727"/>
                </a:lnTo>
                <a:lnTo>
                  <a:pt x="3167793" y="111793"/>
                </a:lnTo>
                <a:lnTo>
                  <a:pt x="3168896" y="127609"/>
                </a:lnTo>
                <a:cubicBezTo>
                  <a:pt x="3170241" y="137435"/>
                  <a:pt x="3170795" y="164972"/>
                  <a:pt x="3173185" y="174906"/>
                </a:cubicBezTo>
                <a:cubicBezTo>
                  <a:pt x="3178510" y="177461"/>
                  <a:pt x="3181593" y="181749"/>
                  <a:pt x="3183238" y="187215"/>
                </a:cubicBezTo>
                <a:lnTo>
                  <a:pt x="3184145" y="199435"/>
                </a:lnTo>
                <a:lnTo>
                  <a:pt x="3200957" y="269529"/>
                </a:lnTo>
                <a:lnTo>
                  <a:pt x="3202491" y="279219"/>
                </a:lnTo>
                <a:lnTo>
                  <a:pt x="3206975" y="284221"/>
                </a:lnTo>
                <a:cubicBezTo>
                  <a:pt x="3208056" y="288198"/>
                  <a:pt x="3208241" y="299815"/>
                  <a:pt x="3208979" y="303078"/>
                </a:cubicBezTo>
                <a:cubicBezTo>
                  <a:pt x="3209786" y="303316"/>
                  <a:pt x="3210593" y="303555"/>
                  <a:pt x="3211400" y="303794"/>
                </a:cubicBezTo>
                <a:cubicBezTo>
                  <a:pt x="3215834" y="314048"/>
                  <a:pt x="3230882" y="352723"/>
                  <a:pt x="3235583" y="364595"/>
                </a:cubicBezTo>
                <a:cubicBezTo>
                  <a:pt x="3232098" y="367263"/>
                  <a:pt x="3238178" y="372307"/>
                  <a:pt x="3239601" y="375020"/>
                </a:cubicBezTo>
                <a:cubicBezTo>
                  <a:pt x="3237179" y="375617"/>
                  <a:pt x="3236854" y="382439"/>
                  <a:pt x="3239157" y="384290"/>
                </a:cubicBezTo>
                <a:cubicBezTo>
                  <a:pt x="3254070" y="431093"/>
                  <a:pt x="3227895" y="408920"/>
                  <a:pt x="3245230" y="435044"/>
                </a:cubicBezTo>
                <a:cubicBezTo>
                  <a:pt x="3246565" y="439781"/>
                  <a:pt x="3245820" y="443743"/>
                  <a:pt x="3244204" y="447282"/>
                </a:cubicBezTo>
                <a:lnTo>
                  <a:pt x="3240762" y="452630"/>
                </a:lnTo>
                <a:lnTo>
                  <a:pt x="3249093" y="471880"/>
                </a:lnTo>
                <a:cubicBezTo>
                  <a:pt x="3252174" y="481431"/>
                  <a:pt x="3254453" y="491548"/>
                  <a:pt x="3255857" y="501992"/>
                </a:cubicBezTo>
                <a:cubicBezTo>
                  <a:pt x="3250999" y="504682"/>
                  <a:pt x="3258622" y="512442"/>
                  <a:pt x="3260271" y="516223"/>
                </a:cubicBezTo>
                <a:cubicBezTo>
                  <a:pt x="3257006" y="516482"/>
                  <a:pt x="3255973" y="525173"/>
                  <a:pt x="3258865" y="528038"/>
                </a:cubicBezTo>
                <a:cubicBezTo>
                  <a:pt x="3274535" y="591283"/>
                  <a:pt x="3241762" y="557303"/>
                  <a:pt x="3262462" y="594499"/>
                </a:cubicBezTo>
                <a:cubicBezTo>
                  <a:pt x="3263816" y="600863"/>
                  <a:pt x="3262479" y="605795"/>
                  <a:pt x="3260024" y="610000"/>
                </a:cubicBezTo>
                <a:lnTo>
                  <a:pt x="3253721" y="617692"/>
                </a:lnTo>
                <a:lnTo>
                  <a:pt x="3256482" y="623204"/>
                </a:lnTo>
                <a:cubicBezTo>
                  <a:pt x="3258005" y="644600"/>
                  <a:pt x="3251476" y="651376"/>
                  <a:pt x="3259225" y="663365"/>
                </a:cubicBezTo>
                <a:cubicBezTo>
                  <a:pt x="3245876" y="682744"/>
                  <a:pt x="3258539" y="675670"/>
                  <a:pt x="3261631" y="689522"/>
                </a:cubicBezTo>
                <a:cubicBezTo>
                  <a:pt x="3265207" y="700373"/>
                  <a:pt x="3269507" y="679723"/>
                  <a:pt x="3271002" y="690492"/>
                </a:cubicBezTo>
                <a:cubicBezTo>
                  <a:pt x="3267989" y="702455"/>
                  <a:pt x="3279578" y="701125"/>
                  <a:pt x="3275760" y="713609"/>
                </a:cubicBezTo>
                <a:cubicBezTo>
                  <a:pt x="3266819" y="711239"/>
                  <a:pt x="3278954" y="737528"/>
                  <a:pt x="3271356" y="738880"/>
                </a:cubicBezTo>
                <a:cubicBezTo>
                  <a:pt x="3282938" y="748490"/>
                  <a:pt x="3269788" y="754591"/>
                  <a:pt x="3274016" y="768139"/>
                </a:cubicBezTo>
                <a:cubicBezTo>
                  <a:pt x="3278559" y="774347"/>
                  <a:pt x="3279560" y="778980"/>
                  <a:pt x="3275507" y="785654"/>
                </a:cubicBezTo>
                <a:cubicBezTo>
                  <a:pt x="3297514" y="814181"/>
                  <a:pt x="3277534" y="803670"/>
                  <a:pt x="3287024" y="831111"/>
                </a:cubicBezTo>
                <a:cubicBezTo>
                  <a:pt x="3296672" y="854655"/>
                  <a:pt x="3303659" y="881610"/>
                  <a:pt x="3324562" y="903604"/>
                </a:cubicBezTo>
                <a:cubicBezTo>
                  <a:pt x="3330338" y="907511"/>
                  <a:pt x="3333079" y="917872"/>
                  <a:pt x="3330682" y="926744"/>
                </a:cubicBezTo>
                <a:cubicBezTo>
                  <a:pt x="3330269" y="928269"/>
                  <a:pt x="3329716" y="929694"/>
                  <a:pt x="3329041" y="930971"/>
                </a:cubicBezTo>
                <a:cubicBezTo>
                  <a:pt x="3333270" y="950914"/>
                  <a:pt x="3351150" y="1023696"/>
                  <a:pt x="3356062" y="1046405"/>
                </a:cubicBezTo>
                <a:cubicBezTo>
                  <a:pt x="3349099" y="1048737"/>
                  <a:pt x="3362597" y="1059482"/>
                  <a:pt x="3358521" y="1067217"/>
                </a:cubicBezTo>
                <a:cubicBezTo>
                  <a:pt x="3354869" y="1072807"/>
                  <a:pt x="3358113" y="1077371"/>
                  <a:pt x="3358773" y="1082909"/>
                </a:cubicBezTo>
                <a:cubicBezTo>
                  <a:pt x="3356098" y="1090444"/>
                  <a:pt x="3363241" y="1113953"/>
                  <a:pt x="3367682" y="1119909"/>
                </a:cubicBezTo>
                <a:cubicBezTo>
                  <a:pt x="3382703" y="1133847"/>
                  <a:pt x="3374343" y="1168367"/>
                  <a:pt x="3385911" y="1180009"/>
                </a:cubicBezTo>
                <a:cubicBezTo>
                  <a:pt x="3387774" y="1184389"/>
                  <a:pt x="3388688" y="1188737"/>
                  <a:pt x="3389010" y="1193041"/>
                </a:cubicBezTo>
                <a:lnTo>
                  <a:pt x="3388572" y="1205179"/>
                </a:lnTo>
                <a:lnTo>
                  <a:pt x="3385768" y="1208811"/>
                </a:lnTo>
                <a:lnTo>
                  <a:pt x="3386975" y="1216129"/>
                </a:lnTo>
                <a:lnTo>
                  <a:pt x="3386647" y="1218271"/>
                </a:lnTo>
                <a:cubicBezTo>
                  <a:pt x="3386007" y="1222365"/>
                  <a:pt x="3385480" y="1226399"/>
                  <a:pt x="3385420" y="1230360"/>
                </a:cubicBezTo>
                <a:cubicBezTo>
                  <a:pt x="3400233" y="1224163"/>
                  <a:pt x="3387342" y="1263034"/>
                  <a:pt x="3398902" y="1251303"/>
                </a:cubicBezTo>
                <a:cubicBezTo>
                  <a:pt x="3401143" y="1271991"/>
                  <a:pt x="3411558" y="1255397"/>
                  <a:pt x="3402244" y="1281071"/>
                </a:cubicBezTo>
                <a:cubicBezTo>
                  <a:pt x="3416627" y="1312459"/>
                  <a:pt x="3415183" y="1363554"/>
                  <a:pt x="3435533" y="1387530"/>
                </a:cubicBezTo>
                <a:cubicBezTo>
                  <a:pt x="3428168" y="1384876"/>
                  <a:pt x="3423452" y="1398828"/>
                  <a:pt x="3427595" y="1407995"/>
                </a:cubicBezTo>
                <a:cubicBezTo>
                  <a:pt x="3398778" y="1398886"/>
                  <a:pt x="3455260" y="1443485"/>
                  <a:pt x="3436580" y="1453051"/>
                </a:cubicBezTo>
                <a:cubicBezTo>
                  <a:pt x="3454427" y="1452263"/>
                  <a:pt x="3487273" y="1492392"/>
                  <a:pt x="3473886" y="1513215"/>
                </a:cubicBezTo>
                <a:cubicBezTo>
                  <a:pt x="3479337" y="1543203"/>
                  <a:pt x="3495403" y="1563620"/>
                  <a:pt x="3491486" y="1595707"/>
                </a:cubicBezTo>
                <a:cubicBezTo>
                  <a:pt x="3493932" y="1596530"/>
                  <a:pt x="3496028" y="1598008"/>
                  <a:pt x="3497869" y="1599939"/>
                </a:cubicBezTo>
                <a:lnTo>
                  <a:pt x="3502453" y="1606503"/>
                </a:lnTo>
                <a:lnTo>
                  <a:pt x="3502232" y="1607846"/>
                </a:lnTo>
                <a:cubicBezTo>
                  <a:pt x="3502503" y="1613048"/>
                  <a:pt x="3503673" y="1615641"/>
                  <a:pt x="3505239" y="1617081"/>
                </a:cubicBezTo>
                <a:cubicBezTo>
                  <a:pt x="3505979" y="1617395"/>
                  <a:pt x="3506719" y="1617710"/>
                  <a:pt x="3507459" y="1618024"/>
                </a:cubicBezTo>
                <a:lnTo>
                  <a:pt x="3510011" y="1624022"/>
                </a:lnTo>
                <a:lnTo>
                  <a:pt x="3516358" y="1634929"/>
                </a:lnTo>
                <a:lnTo>
                  <a:pt x="3516308" y="1637821"/>
                </a:lnTo>
                <a:lnTo>
                  <a:pt x="3523955" y="1655598"/>
                </a:lnTo>
                <a:lnTo>
                  <a:pt x="3523473" y="1656247"/>
                </a:lnTo>
                <a:cubicBezTo>
                  <a:pt x="3522567" y="1658107"/>
                  <a:pt x="3522227" y="1660249"/>
                  <a:pt x="3523061" y="1663024"/>
                </a:cubicBezTo>
                <a:cubicBezTo>
                  <a:pt x="3513175" y="1664689"/>
                  <a:pt x="3520280" y="1667013"/>
                  <a:pt x="3523616" y="1675054"/>
                </a:cubicBezTo>
                <a:cubicBezTo>
                  <a:pt x="3509006" y="1679436"/>
                  <a:pt x="3523682" y="1698702"/>
                  <a:pt x="3517630" y="1707801"/>
                </a:cubicBezTo>
                <a:cubicBezTo>
                  <a:pt x="3520410" y="1713612"/>
                  <a:pt x="3523083" y="1719836"/>
                  <a:pt x="3525537" y="1726380"/>
                </a:cubicBezTo>
                <a:lnTo>
                  <a:pt x="3529903" y="1779986"/>
                </a:lnTo>
                <a:lnTo>
                  <a:pt x="3521468" y="1836998"/>
                </a:lnTo>
                <a:cubicBezTo>
                  <a:pt x="3522502" y="1857808"/>
                  <a:pt x="3519191" y="1876110"/>
                  <a:pt x="3523412" y="1893497"/>
                </a:cubicBezTo>
                <a:cubicBezTo>
                  <a:pt x="3520411" y="1900876"/>
                  <a:pt x="3519436" y="1907708"/>
                  <a:pt x="3525004" y="1913894"/>
                </a:cubicBezTo>
                <a:cubicBezTo>
                  <a:pt x="3524490" y="1933413"/>
                  <a:pt x="3517414" y="1938604"/>
                  <a:pt x="3523928" y="1950514"/>
                </a:cubicBezTo>
                <a:cubicBezTo>
                  <a:pt x="3512685" y="1962215"/>
                  <a:pt x="3517275" y="1962555"/>
                  <a:pt x="3521008" y="1967449"/>
                </a:cubicBezTo>
                <a:lnTo>
                  <a:pt x="3521297" y="1968163"/>
                </a:lnTo>
                <a:lnTo>
                  <a:pt x="3519686" y="1969768"/>
                </a:lnTo>
                <a:lnTo>
                  <a:pt x="3519089" y="1972904"/>
                </a:lnTo>
                <a:lnTo>
                  <a:pt x="3520122" y="1981289"/>
                </a:lnTo>
                <a:lnTo>
                  <a:pt x="3520948" y="1984413"/>
                </a:lnTo>
                <a:cubicBezTo>
                  <a:pt x="3521356" y="1986575"/>
                  <a:pt x="3521416" y="1988026"/>
                  <a:pt x="3521226" y="1989046"/>
                </a:cubicBezTo>
                <a:lnTo>
                  <a:pt x="3521092" y="1989171"/>
                </a:lnTo>
                <a:lnTo>
                  <a:pt x="3521624" y="1993492"/>
                </a:lnTo>
                <a:cubicBezTo>
                  <a:pt x="3522844" y="2000762"/>
                  <a:pt x="3524332" y="2007819"/>
                  <a:pt x="3525996" y="2014518"/>
                </a:cubicBezTo>
                <a:cubicBezTo>
                  <a:pt x="3518529" y="2020777"/>
                  <a:pt x="3529333" y="2045218"/>
                  <a:pt x="3514412" y="2043465"/>
                </a:cubicBezTo>
                <a:cubicBezTo>
                  <a:pt x="3516219" y="2052531"/>
                  <a:pt x="3522688" y="2057653"/>
                  <a:pt x="3512822" y="2055222"/>
                </a:cubicBezTo>
                <a:cubicBezTo>
                  <a:pt x="3513140" y="2058224"/>
                  <a:pt x="3512432" y="2060136"/>
                  <a:pt x="3511227" y="2061550"/>
                </a:cubicBezTo>
                <a:lnTo>
                  <a:pt x="3510645" y="2061975"/>
                </a:lnTo>
                <a:lnTo>
                  <a:pt x="3514907" y="2082129"/>
                </a:lnTo>
                <a:lnTo>
                  <a:pt x="3514347" y="2084880"/>
                </a:lnTo>
                <a:lnTo>
                  <a:pt x="3518565" y="2097919"/>
                </a:lnTo>
                <a:lnTo>
                  <a:pt x="3519976" y="2104707"/>
                </a:lnTo>
                <a:lnTo>
                  <a:pt x="3521958" y="2106519"/>
                </a:lnTo>
                <a:cubicBezTo>
                  <a:pt x="3523219" y="2108534"/>
                  <a:pt x="3523895" y="2111498"/>
                  <a:pt x="3523237" y="2116590"/>
                </a:cubicBezTo>
                <a:lnTo>
                  <a:pt x="3522786" y="2117790"/>
                </a:lnTo>
                <a:lnTo>
                  <a:pt x="3526064" y="2125947"/>
                </a:lnTo>
                <a:cubicBezTo>
                  <a:pt x="3527505" y="2128548"/>
                  <a:pt x="3529274" y="2130818"/>
                  <a:pt x="3531495" y="2132603"/>
                </a:cubicBezTo>
                <a:cubicBezTo>
                  <a:pt x="3522034" y="2161762"/>
                  <a:pt x="3533978" y="2187874"/>
                  <a:pt x="3533955" y="2218836"/>
                </a:cubicBezTo>
                <a:cubicBezTo>
                  <a:pt x="3517312" y="2233337"/>
                  <a:pt x="3542024" y="2285180"/>
                  <a:pt x="3559442" y="2291697"/>
                </a:cubicBezTo>
                <a:cubicBezTo>
                  <a:pt x="3544608" y="2292866"/>
                  <a:pt x="3567228" y="2330146"/>
                  <a:pt x="3568373" y="2340076"/>
                </a:cubicBezTo>
                <a:cubicBezTo>
                  <a:pt x="3568755" y="2343387"/>
                  <a:pt x="3566751" y="2343658"/>
                  <a:pt x="3560178" y="2338540"/>
                </a:cubicBezTo>
                <a:cubicBezTo>
                  <a:pt x="3562571" y="2349015"/>
                  <a:pt x="3555536" y="2360463"/>
                  <a:pt x="3548875" y="2354921"/>
                </a:cubicBezTo>
                <a:cubicBezTo>
                  <a:pt x="3564342" y="2386191"/>
                  <a:pt x="3553912" y="2434573"/>
                  <a:pt x="3562290" y="2470516"/>
                </a:cubicBezTo>
                <a:cubicBezTo>
                  <a:pt x="3548732" y="2491328"/>
                  <a:pt x="3561750" y="2479665"/>
                  <a:pt x="3560263" y="2500409"/>
                </a:cubicBezTo>
                <a:cubicBezTo>
                  <a:pt x="3573531" y="2493872"/>
                  <a:pt x="3554177" y="2525877"/>
                  <a:pt x="3569616" y="2525972"/>
                </a:cubicBezTo>
                <a:cubicBezTo>
                  <a:pt x="3568857" y="2529744"/>
                  <a:pt x="3567635" y="2533395"/>
                  <a:pt x="3566291" y="2537057"/>
                </a:cubicBezTo>
                <a:lnTo>
                  <a:pt x="3565595" y="2538979"/>
                </a:lnTo>
                <a:lnTo>
                  <a:pt x="3565471" y="2546483"/>
                </a:lnTo>
                <a:lnTo>
                  <a:pt x="3562111" y="2548822"/>
                </a:lnTo>
                <a:lnTo>
                  <a:pt x="3559542" y="2560277"/>
                </a:lnTo>
                <a:cubicBezTo>
                  <a:pt x="3559093" y="2564534"/>
                  <a:pt x="3559212" y="2569074"/>
                  <a:pt x="3560240" y="2574030"/>
                </a:cubicBezTo>
                <a:cubicBezTo>
                  <a:pt x="3567097" y="2585933"/>
                  <a:pt x="3560828" y="2605604"/>
                  <a:pt x="3562359" y="2622912"/>
                </a:cubicBezTo>
                <a:lnTo>
                  <a:pt x="3564740" y="2630748"/>
                </a:lnTo>
                <a:lnTo>
                  <a:pt x="3563214" y="2656947"/>
                </a:lnTo>
                <a:cubicBezTo>
                  <a:pt x="3563065" y="2664385"/>
                  <a:pt x="3563222" y="2672085"/>
                  <a:pt x="3563949" y="2680153"/>
                </a:cubicBezTo>
                <a:lnTo>
                  <a:pt x="3566383" y="2695058"/>
                </a:lnTo>
                <a:lnTo>
                  <a:pt x="3565385" y="2699075"/>
                </a:lnTo>
                <a:cubicBezTo>
                  <a:pt x="3565951" y="2705917"/>
                  <a:pt x="3570892" y="2714690"/>
                  <a:pt x="3565525" y="2714239"/>
                </a:cubicBezTo>
                <a:lnTo>
                  <a:pt x="3567847" y="2721812"/>
                </a:lnTo>
                <a:lnTo>
                  <a:pt x="3564077" y="2729693"/>
                </a:lnTo>
                <a:cubicBezTo>
                  <a:pt x="3563144" y="2730592"/>
                  <a:pt x="3562134" y="2731288"/>
                  <a:pt x="3561085" y="2731758"/>
                </a:cubicBezTo>
                <a:lnTo>
                  <a:pt x="3563149" y="2742418"/>
                </a:lnTo>
                <a:lnTo>
                  <a:pt x="3560661" y="2751437"/>
                </a:lnTo>
                <a:lnTo>
                  <a:pt x="3563126" y="2758989"/>
                </a:lnTo>
                <a:lnTo>
                  <a:pt x="3562876" y="2762207"/>
                </a:lnTo>
                <a:lnTo>
                  <a:pt x="3561866" y="2770236"/>
                </a:lnTo>
                <a:cubicBezTo>
                  <a:pt x="3561066" y="2774372"/>
                  <a:pt x="3560080" y="2779005"/>
                  <a:pt x="3559378" y="2784138"/>
                </a:cubicBezTo>
                <a:lnTo>
                  <a:pt x="3559178" y="2788436"/>
                </a:lnTo>
                <a:lnTo>
                  <a:pt x="3554648" y="2798068"/>
                </a:lnTo>
                <a:cubicBezTo>
                  <a:pt x="3551209" y="2805087"/>
                  <a:pt x="3548936" y="2810580"/>
                  <a:pt x="3551400" y="2816345"/>
                </a:cubicBezTo>
                <a:cubicBezTo>
                  <a:pt x="3547036" y="2826742"/>
                  <a:pt x="3533490" y="2834711"/>
                  <a:pt x="3538128" y="2849028"/>
                </a:cubicBezTo>
                <a:cubicBezTo>
                  <a:pt x="3531517" y="2845031"/>
                  <a:pt x="3538369" y="2865256"/>
                  <a:pt x="3532013" y="2868126"/>
                </a:cubicBezTo>
                <a:cubicBezTo>
                  <a:pt x="3526842" y="2869601"/>
                  <a:pt x="3527715" y="2876080"/>
                  <a:pt x="3526094" y="2881167"/>
                </a:cubicBezTo>
                <a:cubicBezTo>
                  <a:pt x="3520961" y="2885059"/>
                  <a:pt x="3517628" y="2910333"/>
                  <a:pt x="3518939" y="2918966"/>
                </a:cubicBezTo>
                <a:cubicBezTo>
                  <a:pt x="3525789" y="2943088"/>
                  <a:pt x="3505468" y="2964225"/>
                  <a:pt x="3510391" y="2983548"/>
                </a:cubicBezTo>
                <a:cubicBezTo>
                  <a:pt x="3510204" y="2988707"/>
                  <a:pt x="3509257" y="2993036"/>
                  <a:pt x="3507840" y="2996827"/>
                </a:cubicBezTo>
                <a:lnTo>
                  <a:pt x="3502741" y="3006379"/>
                </a:lnTo>
                <a:lnTo>
                  <a:pt x="3499028" y="3006971"/>
                </a:lnTo>
                <a:lnTo>
                  <a:pt x="3497157" y="3013976"/>
                </a:lnTo>
                <a:lnTo>
                  <a:pt x="3496053" y="3015450"/>
                </a:lnTo>
                <a:cubicBezTo>
                  <a:pt x="3493931" y="3018255"/>
                  <a:pt x="3491925" y="3021106"/>
                  <a:pt x="3490329" y="3024292"/>
                </a:cubicBezTo>
                <a:cubicBezTo>
                  <a:pt x="3504872" y="3031782"/>
                  <a:pt x="3479143" y="3052632"/>
                  <a:pt x="3493186" y="3052840"/>
                </a:cubicBezTo>
                <a:cubicBezTo>
                  <a:pt x="3486942" y="3071654"/>
                  <a:pt x="3501947" y="3066916"/>
                  <a:pt x="3484298" y="3080007"/>
                </a:cubicBezTo>
                <a:cubicBezTo>
                  <a:pt x="3483814" y="3117860"/>
                  <a:pt x="3462683" y="3158406"/>
                  <a:pt x="3469977" y="3195253"/>
                </a:cubicBezTo>
                <a:cubicBezTo>
                  <a:pt x="3464984" y="3186842"/>
                  <a:pt x="3455676" y="3194249"/>
                  <a:pt x="3455490" y="3205255"/>
                </a:cubicBezTo>
                <a:cubicBezTo>
                  <a:pt x="3435461" y="3173385"/>
                  <a:pt x="3464274" y="3257718"/>
                  <a:pt x="3445250" y="3249703"/>
                </a:cubicBezTo>
                <a:cubicBezTo>
                  <a:pt x="3460163" y="3264187"/>
                  <a:pt x="3471377" y="3324835"/>
                  <a:pt x="3452291" y="3330508"/>
                </a:cubicBezTo>
                <a:cubicBezTo>
                  <a:pt x="3445043" y="3359645"/>
                  <a:pt x="3450218" y="3389952"/>
                  <a:pt x="3434486" y="3412864"/>
                </a:cubicBezTo>
                <a:cubicBezTo>
                  <a:pt x="3436166" y="3415609"/>
                  <a:pt x="3437306" y="3418595"/>
                  <a:pt x="3438058" y="3421734"/>
                </a:cubicBezTo>
                <a:lnTo>
                  <a:pt x="3439245" y="3430986"/>
                </a:lnTo>
                <a:lnTo>
                  <a:pt x="3438541" y="3431897"/>
                </a:lnTo>
                <a:cubicBezTo>
                  <a:pt x="3436732" y="3436375"/>
                  <a:pt x="3436677" y="3439488"/>
                  <a:pt x="3437396" y="3441992"/>
                </a:cubicBezTo>
                <a:lnTo>
                  <a:pt x="3438843" y="3444647"/>
                </a:lnTo>
                <a:lnTo>
                  <a:pt x="3438591" y="3451712"/>
                </a:lnTo>
                <a:lnTo>
                  <a:pt x="3439527" y="3466008"/>
                </a:lnTo>
                <a:lnTo>
                  <a:pt x="3438357" y="3468331"/>
                </a:lnTo>
                <a:lnTo>
                  <a:pt x="3437674" y="3489343"/>
                </a:lnTo>
                <a:cubicBezTo>
                  <a:pt x="3437459" y="3489383"/>
                  <a:pt x="3437241" y="3489424"/>
                  <a:pt x="3437026" y="3489465"/>
                </a:cubicBezTo>
                <a:cubicBezTo>
                  <a:pt x="3435558" y="3490219"/>
                  <a:pt x="3434444" y="3491679"/>
                  <a:pt x="3434044" y="3494659"/>
                </a:cubicBezTo>
                <a:cubicBezTo>
                  <a:pt x="3425302" y="3487640"/>
                  <a:pt x="3430211" y="3495561"/>
                  <a:pt x="3429800" y="3504965"/>
                </a:cubicBezTo>
                <a:cubicBezTo>
                  <a:pt x="3416132" y="3496161"/>
                  <a:pt x="3420620" y="3524348"/>
                  <a:pt x="3412115" y="3526661"/>
                </a:cubicBezTo>
                <a:cubicBezTo>
                  <a:pt x="3412121" y="3533765"/>
                  <a:pt x="3411879" y="3541120"/>
                  <a:pt x="3411331" y="3548549"/>
                </a:cubicBezTo>
                <a:lnTo>
                  <a:pt x="3410824" y="3552872"/>
                </a:lnTo>
                <a:cubicBezTo>
                  <a:pt x="3410773" y="3552889"/>
                  <a:pt x="3410721" y="3552908"/>
                  <a:pt x="3410671" y="3552926"/>
                </a:cubicBezTo>
                <a:cubicBezTo>
                  <a:pt x="3410254" y="3553793"/>
                  <a:pt x="3409971" y="3555188"/>
                  <a:pt x="3409849" y="3557419"/>
                </a:cubicBezTo>
                <a:lnTo>
                  <a:pt x="3409902" y="3560756"/>
                </a:lnTo>
                <a:lnTo>
                  <a:pt x="3408918" y="3569144"/>
                </a:lnTo>
                <a:lnTo>
                  <a:pt x="3407623" y="3571810"/>
                </a:lnTo>
                <a:lnTo>
                  <a:pt x="3405729" y="3572549"/>
                </a:lnTo>
                <a:lnTo>
                  <a:pt x="3405835" y="3573359"/>
                </a:lnTo>
                <a:cubicBezTo>
                  <a:pt x="3408214" y="3579757"/>
                  <a:pt x="3412465" y="3582275"/>
                  <a:pt x="3399129" y="3587902"/>
                </a:cubicBezTo>
                <a:cubicBezTo>
                  <a:pt x="3402495" y="3602236"/>
                  <a:pt x="3394605" y="3603730"/>
                  <a:pt x="3389566" y="3621859"/>
                </a:cubicBezTo>
                <a:cubicBezTo>
                  <a:pt x="3393374" y="3630350"/>
                  <a:pt x="3390863" y="3636316"/>
                  <a:pt x="3386307" y="3641820"/>
                </a:cubicBezTo>
                <a:cubicBezTo>
                  <a:pt x="3386232" y="3660214"/>
                  <a:pt x="3378837" y="3675854"/>
                  <a:pt x="3374956" y="3695940"/>
                </a:cubicBezTo>
                <a:cubicBezTo>
                  <a:pt x="3378387" y="3718839"/>
                  <a:pt x="3365817" y="3728358"/>
                  <a:pt x="3361718" y="3749831"/>
                </a:cubicBezTo>
                <a:cubicBezTo>
                  <a:pt x="3370064" y="3770267"/>
                  <a:pt x="3350403" y="3763879"/>
                  <a:pt x="3344768" y="3774338"/>
                </a:cubicBezTo>
                <a:lnTo>
                  <a:pt x="3343985" y="3777418"/>
                </a:lnTo>
                <a:lnTo>
                  <a:pt x="3344520" y="3785849"/>
                </a:lnTo>
                <a:lnTo>
                  <a:pt x="3345162" y="3789023"/>
                </a:lnTo>
                <a:cubicBezTo>
                  <a:pt x="3345441" y="3791209"/>
                  <a:pt x="3345415" y="3792659"/>
                  <a:pt x="3345164" y="3793659"/>
                </a:cubicBezTo>
                <a:lnTo>
                  <a:pt x="3345024" y="3793774"/>
                </a:lnTo>
                <a:lnTo>
                  <a:pt x="3345300" y="3798119"/>
                </a:lnTo>
                <a:cubicBezTo>
                  <a:pt x="3346087" y="3805456"/>
                  <a:pt x="3347157" y="3812596"/>
                  <a:pt x="3348424" y="3819398"/>
                </a:cubicBezTo>
                <a:cubicBezTo>
                  <a:pt x="3340590" y="3825065"/>
                  <a:pt x="3349940" y="3850234"/>
                  <a:pt x="3335133" y="3847354"/>
                </a:cubicBezTo>
                <a:cubicBezTo>
                  <a:pt x="3336403" y="3856524"/>
                  <a:pt x="3342565" y="3862118"/>
                  <a:pt x="3332848" y="3858945"/>
                </a:cubicBezTo>
                <a:cubicBezTo>
                  <a:pt x="3332988" y="3861961"/>
                  <a:pt x="3332168" y="3863811"/>
                  <a:pt x="3330878" y="3865128"/>
                </a:cubicBezTo>
                <a:lnTo>
                  <a:pt x="3330273" y="3865510"/>
                </a:lnTo>
                <a:lnTo>
                  <a:pt x="3333337" y="3885908"/>
                </a:lnTo>
                <a:lnTo>
                  <a:pt x="3332616" y="3888608"/>
                </a:lnTo>
                <a:lnTo>
                  <a:pt x="3336057" y="3901916"/>
                </a:lnTo>
                <a:lnTo>
                  <a:pt x="3337066" y="3908785"/>
                </a:lnTo>
                <a:lnTo>
                  <a:pt x="3338940" y="3910739"/>
                </a:lnTo>
                <a:cubicBezTo>
                  <a:pt x="3340082" y="3912843"/>
                  <a:pt x="3340580" y="3915849"/>
                  <a:pt x="3339621" y="3920873"/>
                </a:cubicBezTo>
                <a:lnTo>
                  <a:pt x="3339102" y="3922032"/>
                </a:lnTo>
                <a:lnTo>
                  <a:pt x="3341891" y="3930408"/>
                </a:lnTo>
                <a:cubicBezTo>
                  <a:pt x="3343178" y="3933107"/>
                  <a:pt x="3344812" y="3935503"/>
                  <a:pt x="3346927" y="3937451"/>
                </a:cubicBezTo>
                <a:cubicBezTo>
                  <a:pt x="3335745" y="3965779"/>
                  <a:pt x="3346136" y="3992699"/>
                  <a:pt x="3344279" y="4023542"/>
                </a:cubicBezTo>
                <a:cubicBezTo>
                  <a:pt x="3347024" y="4058096"/>
                  <a:pt x="3350783" y="4081986"/>
                  <a:pt x="3351926" y="4104769"/>
                </a:cubicBezTo>
                <a:cubicBezTo>
                  <a:pt x="3353695" y="4115384"/>
                  <a:pt x="3359144" y="4193344"/>
                  <a:pt x="3352816" y="4187317"/>
                </a:cubicBezTo>
                <a:cubicBezTo>
                  <a:pt x="3366419" y="4219638"/>
                  <a:pt x="3351446" y="4239971"/>
                  <a:pt x="3357691" y="4276413"/>
                </a:cubicBezTo>
                <a:cubicBezTo>
                  <a:pt x="3342910" y="4296116"/>
                  <a:pt x="3356610" y="4285488"/>
                  <a:pt x="3353895" y="4306037"/>
                </a:cubicBezTo>
                <a:cubicBezTo>
                  <a:pt x="3367541" y="4300534"/>
                  <a:pt x="3346306" y="4330948"/>
                  <a:pt x="3361728" y="4332215"/>
                </a:cubicBezTo>
                <a:cubicBezTo>
                  <a:pt x="3360746" y="4335915"/>
                  <a:pt x="3359307" y="4339458"/>
                  <a:pt x="3357748" y="4343006"/>
                </a:cubicBezTo>
                <a:lnTo>
                  <a:pt x="3356941" y="4344866"/>
                </a:lnTo>
                <a:lnTo>
                  <a:pt x="3356370" y="4352332"/>
                </a:lnTo>
                <a:lnTo>
                  <a:pt x="3352876" y="4354407"/>
                </a:lnTo>
                <a:lnTo>
                  <a:pt x="3352683" y="4444689"/>
                </a:lnTo>
                <a:cubicBezTo>
                  <a:pt x="3355485" y="4452425"/>
                  <a:pt x="3356736" y="4477980"/>
                  <a:pt x="3352455" y="4483791"/>
                </a:cubicBezTo>
                <a:cubicBezTo>
                  <a:pt x="3351784" y="4489320"/>
                  <a:pt x="3353780" y="4495171"/>
                  <a:pt x="3349030" y="4498683"/>
                </a:cubicBezTo>
                <a:cubicBezTo>
                  <a:pt x="3346858" y="4510741"/>
                  <a:pt x="3341860" y="4538358"/>
                  <a:pt x="3339427" y="4556140"/>
                </a:cubicBezTo>
                <a:cubicBezTo>
                  <a:pt x="3342836" y="4560659"/>
                  <a:pt x="3341611" y="4566842"/>
                  <a:pt x="3339521" y="4574959"/>
                </a:cubicBezTo>
                <a:lnTo>
                  <a:pt x="3338246" y="4582576"/>
                </a:lnTo>
                <a:lnTo>
                  <a:pt x="3348539" y="4605460"/>
                </a:lnTo>
                <a:lnTo>
                  <a:pt x="3345760" y="4678575"/>
                </a:lnTo>
                <a:lnTo>
                  <a:pt x="3356250" y="4713574"/>
                </a:lnTo>
                <a:cubicBezTo>
                  <a:pt x="3358600" y="4727943"/>
                  <a:pt x="3359577" y="4741820"/>
                  <a:pt x="3361380" y="4755215"/>
                </a:cubicBezTo>
                <a:cubicBezTo>
                  <a:pt x="3363928" y="4785596"/>
                  <a:pt x="3347531" y="4766123"/>
                  <a:pt x="3361636" y="4803525"/>
                </a:cubicBezTo>
                <a:cubicBezTo>
                  <a:pt x="3356254" y="4807867"/>
                  <a:pt x="3356117" y="4812705"/>
                  <a:pt x="3358957" y="4820729"/>
                </a:cubicBezTo>
                <a:cubicBezTo>
                  <a:pt x="3359783" y="4835507"/>
                  <a:pt x="3345952" y="4834947"/>
                  <a:pt x="3354635" y="4849546"/>
                </a:cubicBezTo>
                <a:cubicBezTo>
                  <a:pt x="3350894" y="4848362"/>
                  <a:pt x="3350351" y="4855411"/>
                  <a:pt x="3349759" y="4861941"/>
                </a:cubicBezTo>
                <a:lnTo>
                  <a:pt x="3347368" y="4866228"/>
                </a:lnTo>
                <a:lnTo>
                  <a:pt x="3358408" y="4889535"/>
                </a:lnTo>
                <a:cubicBezTo>
                  <a:pt x="3373705" y="4931282"/>
                  <a:pt x="3382233" y="4982216"/>
                  <a:pt x="3393319" y="5017998"/>
                </a:cubicBezTo>
                <a:cubicBezTo>
                  <a:pt x="3368256" y="5040241"/>
                  <a:pt x="3392200" y="5029364"/>
                  <a:pt x="3389184" y="5055049"/>
                </a:cubicBezTo>
                <a:cubicBezTo>
                  <a:pt x="3413510" y="5050695"/>
                  <a:pt x="3377700" y="5085342"/>
                  <a:pt x="3405892" y="5089973"/>
                </a:cubicBezTo>
                <a:cubicBezTo>
                  <a:pt x="3404451" y="5094499"/>
                  <a:pt x="3402165" y="5098741"/>
                  <a:pt x="3399662" y="5102960"/>
                </a:cubicBezTo>
                <a:lnTo>
                  <a:pt x="3398363" y="5105176"/>
                </a:lnTo>
                <a:lnTo>
                  <a:pt x="3398026" y="5114590"/>
                </a:lnTo>
                <a:lnTo>
                  <a:pt x="3391859" y="5116550"/>
                </a:lnTo>
                <a:lnTo>
                  <a:pt x="3386999" y="5130226"/>
                </a:lnTo>
                <a:cubicBezTo>
                  <a:pt x="3386119" y="5135455"/>
                  <a:pt x="3386267" y="5141205"/>
                  <a:pt x="3388073" y="5147747"/>
                </a:cubicBezTo>
                <a:cubicBezTo>
                  <a:pt x="3400425" y="5164741"/>
                  <a:pt x="3388688" y="5187675"/>
                  <a:pt x="3391234" y="5209919"/>
                </a:cubicBezTo>
                <a:lnTo>
                  <a:pt x="3395469" y="5220481"/>
                </a:lnTo>
                <a:lnTo>
                  <a:pt x="3392518" y="5250830"/>
                </a:lnTo>
                <a:lnTo>
                  <a:pt x="3393800" y="5252877"/>
                </a:lnTo>
                <a:cubicBezTo>
                  <a:pt x="3393941" y="5258188"/>
                  <a:pt x="3392357" y="5268832"/>
                  <a:pt x="3393361" y="5282697"/>
                </a:cubicBezTo>
                <a:lnTo>
                  <a:pt x="3399825" y="5336059"/>
                </a:lnTo>
                <a:lnTo>
                  <a:pt x="3392824" y="5344884"/>
                </a:lnTo>
                <a:lnTo>
                  <a:pt x="3389277" y="5345998"/>
                </a:lnTo>
                <a:lnTo>
                  <a:pt x="3390946" y="5360636"/>
                </a:lnTo>
                <a:lnTo>
                  <a:pt x="3386366" y="5371486"/>
                </a:lnTo>
                <a:lnTo>
                  <a:pt x="3390662" y="5381496"/>
                </a:lnTo>
                <a:lnTo>
                  <a:pt x="3388199" y="5395290"/>
                </a:lnTo>
                <a:cubicBezTo>
                  <a:pt x="3386677" y="5400263"/>
                  <a:pt x="3384810" y="5405812"/>
                  <a:pt x="3383455" y="5412069"/>
                </a:cubicBezTo>
                <a:lnTo>
                  <a:pt x="3376345" y="5426008"/>
                </a:lnTo>
                <a:lnTo>
                  <a:pt x="3374012" y="5448470"/>
                </a:lnTo>
                <a:cubicBezTo>
                  <a:pt x="3372358" y="5465848"/>
                  <a:pt x="3370199" y="5482458"/>
                  <a:pt x="3365299" y="5498771"/>
                </a:cubicBezTo>
                <a:cubicBezTo>
                  <a:pt x="3368242" y="5512292"/>
                  <a:pt x="3368289" y="5524931"/>
                  <a:pt x="3358774" y="5536815"/>
                </a:cubicBezTo>
                <a:cubicBezTo>
                  <a:pt x="3355554" y="5573082"/>
                  <a:pt x="3364982" y="5582256"/>
                  <a:pt x="3352897" y="5604851"/>
                </a:cubicBezTo>
                <a:cubicBezTo>
                  <a:pt x="3357655" y="5611851"/>
                  <a:pt x="3360065" y="5616619"/>
                  <a:pt x="3360918" y="5620215"/>
                </a:cubicBezTo>
                <a:cubicBezTo>
                  <a:pt x="3363482" y="5631010"/>
                  <a:pt x="3352061" y="5631235"/>
                  <a:pt x="3348145" y="5649365"/>
                </a:cubicBezTo>
                <a:cubicBezTo>
                  <a:pt x="3342329" y="5668683"/>
                  <a:pt x="3336842" y="5635583"/>
                  <a:pt x="3334135" y="5654076"/>
                </a:cubicBezTo>
                <a:cubicBezTo>
                  <a:pt x="3338089" y="5673079"/>
                  <a:pt x="3320876" y="5674673"/>
                  <a:pt x="3326011" y="5694285"/>
                </a:cubicBezTo>
                <a:cubicBezTo>
                  <a:pt x="3339441" y="5687377"/>
                  <a:pt x="3320185" y="5735320"/>
                  <a:pt x="3331448" y="5735077"/>
                </a:cubicBezTo>
                <a:cubicBezTo>
                  <a:pt x="3313758" y="5754960"/>
                  <a:pt x="3333086" y="5760823"/>
                  <a:pt x="3326180" y="5784860"/>
                </a:cubicBezTo>
                <a:cubicBezTo>
                  <a:pt x="3319129" y="5796737"/>
                  <a:pt x="3317432" y="5804806"/>
                  <a:pt x="3323175" y="5814629"/>
                </a:cubicBezTo>
                <a:cubicBezTo>
                  <a:pt x="3289103" y="5869565"/>
                  <a:pt x="3319352" y="5845410"/>
                  <a:pt x="3303983" y="5894405"/>
                </a:cubicBezTo>
                <a:lnTo>
                  <a:pt x="3302615" y="5898375"/>
                </a:lnTo>
                <a:lnTo>
                  <a:pt x="3305988" y="5914019"/>
                </a:lnTo>
                <a:cubicBezTo>
                  <a:pt x="3306566" y="5914416"/>
                  <a:pt x="3307142" y="5914813"/>
                  <a:pt x="3307720" y="5915209"/>
                </a:cubicBezTo>
                <a:lnTo>
                  <a:pt x="3288942" y="5962966"/>
                </a:lnTo>
                <a:lnTo>
                  <a:pt x="3289995" y="5969791"/>
                </a:lnTo>
                <a:lnTo>
                  <a:pt x="3273219" y="6000303"/>
                </a:lnTo>
                <a:lnTo>
                  <a:pt x="3266971" y="6016394"/>
                </a:lnTo>
                <a:lnTo>
                  <a:pt x="3258268" y="6034498"/>
                </a:lnTo>
                <a:lnTo>
                  <a:pt x="3262376" y="6046147"/>
                </a:lnTo>
                <a:cubicBezTo>
                  <a:pt x="3269023" y="6073717"/>
                  <a:pt x="3250846" y="6118951"/>
                  <a:pt x="3274161" y="6127097"/>
                </a:cubicBezTo>
                <a:cubicBezTo>
                  <a:pt x="3261055" y="6140796"/>
                  <a:pt x="3284255" y="6151240"/>
                  <a:pt x="3287116" y="6165061"/>
                </a:cubicBezTo>
                <a:cubicBezTo>
                  <a:pt x="3278972" y="6176795"/>
                  <a:pt x="3286959" y="6181809"/>
                  <a:pt x="3289289" y="6191816"/>
                </a:cubicBezTo>
                <a:cubicBezTo>
                  <a:pt x="3284123" y="6196765"/>
                  <a:pt x="3284941" y="6205311"/>
                  <a:pt x="3291517" y="6207797"/>
                </a:cubicBezTo>
                <a:cubicBezTo>
                  <a:pt x="3306003" y="6202672"/>
                  <a:pt x="3300501" y="6232914"/>
                  <a:pt x="3310808" y="6234442"/>
                </a:cubicBezTo>
                <a:cubicBezTo>
                  <a:pt x="3314005" y="6251566"/>
                  <a:pt x="3305763" y="6327405"/>
                  <a:pt x="3322832" y="6339012"/>
                </a:cubicBezTo>
                <a:cubicBezTo>
                  <a:pt x="3332735" y="6373401"/>
                  <a:pt x="3309981" y="6425589"/>
                  <a:pt x="3311360" y="6440393"/>
                </a:cubicBezTo>
                <a:cubicBezTo>
                  <a:pt x="3282540" y="6457108"/>
                  <a:pt x="3365374" y="6523495"/>
                  <a:pt x="3370963" y="6586374"/>
                </a:cubicBezTo>
                <a:cubicBezTo>
                  <a:pt x="3368621" y="6595055"/>
                  <a:pt x="3368943" y="6599590"/>
                  <a:pt x="3375863" y="6601412"/>
                </a:cubicBezTo>
                <a:cubicBezTo>
                  <a:pt x="3380798" y="6617525"/>
                  <a:pt x="3389212" y="6649404"/>
                  <a:pt x="3400578" y="6683057"/>
                </a:cubicBezTo>
                <a:cubicBezTo>
                  <a:pt x="3408645" y="6705148"/>
                  <a:pt x="3410628" y="6805370"/>
                  <a:pt x="3417831" y="6852700"/>
                </a:cubicBezTo>
                <a:lnTo>
                  <a:pt x="341892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1505" y="110473"/>
            <a:ext cx="1595717" cy="1341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941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="" xmlns:a16="http://schemas.microsoft.com/office/drawing/2014/main" id="{32A15197-117F-0DB9-B6DE-296BBF28CE9E}"/>
              </a:ext>
            </a:extLst>
          </p:cNvPr>
          <p:cNvSpPr txBox="1">
            <a:spLocks/>
          </p:cNvSpPr>
          <p:nvPr/>
        </p:nvSpPr>
        <p:spPr>
          <a:xfrm>
            <a:off x="1219203" y="6241773"/>
            <a:ext cx="9144000" cy="612143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Ayushman Elder Care Services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6A130ECD-FC8C-2165-9DFB-D3B9912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643" y="240522"/>
            <a:ext cx="10515600" cy="769289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Our Services</a:t>
            </a:r>
          </a:p>
        </p:txBody>
      </p:sp>
      <p:sp>
        <p:nvSpPr>
          <p:cNvPr id="4" name="Title 2">
            <a:extLst>
              <a:ext uri="{FF2B5EF4-FFF2-40B4-BE49-F238E27FC236}">
                <a16:creationId xmlns="" xmlns:a16="http://schemas.microsoft.com/office/drawing/2014/main" id="{9E415D88-4A64-0728-403F-EDA4DF002E8F}"/>
              </a:ext>
            </a:extLst>
          </p:cNvPr>
          <p:cNvSpPr txBox="1">
            <a:spLocks/>
          </p:cNvSpPr>
          <p:nvPr/>
        </p:nvSpPr>
        <p:spPr>
          <a:xfrm>
            <a:off x="831576" y="158101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058CB558-13B2-0EF1-8A52-4BDC9B91B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558256"/>
              </p:ext>
            </p:extLst>
          </p:nvPr>
        </p:nvGraphicFramePr>
        <p:xfrm>
          <a:off x="183322" y="1335680"/>
          <a:ext cx="11594548" cy="3708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797274">
                  <a:extLst>
                    <a:ext uri="{9D8B030D-6E8A-4147-A177-3AD203B41FA5}">
                      <a16:colId xmlns="" xmlns:a16="http://schemas.microsoft.com/office/drawing/2014/main" val="598486855"/>
                    </a:ext>
                  </a:extLst>
                </a:gridCol>
                <a:gridCol w="5797274">
                  <a:extLst>
                    <a:ext uri="{9D8B030D-6E8A-4147-A177-3AD203B41FA5}">
                      <a16:colId xmlns="" xmlns:a16="http://schemas.microsoft.com/office/drawing/2014/main" val="32037814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147125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Medical Exigency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Companionship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91157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Legal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24x7 Ambulance 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10593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Financial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Home ICU Setup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3685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Remote family care consultancy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Physiotherapy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55510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Regular touch </a:t>
                      </a:r>
                      <a:r>
                        <a:rPr lang="en-IN" dirty="0" smtClean="0"/>
                        <a:t>programme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Home Care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32362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Long term treatment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Dementia Care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04821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Remote logistical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Home dental &amp; Eye Checkup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08586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Property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Cancer treatment support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00094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Special occasion </a:t>
                      </a:r>
                      <a:r>
                        <a:rPr lang="en-IN" dirty="0" smtClean="0"/>
                        <a:t>celebration support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Dialysis treatment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223500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535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F22128F4-C8D1-25F7-7411-2D801C040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396026"/>
              </p:ext>
            </p:extLst>
          </p:nvPr>
        </p:nvGraphicFramePr>
        <p:xfrm>
          <a:off x="159026" y="59638"/>
          <a:ext cx="11956773" cy="70858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436585">
                  <a:extLst>
                    <a:ext uri="{9D8B030D-6E8A-4147-A177-3AD203B41FA5}">
                      <a16:colId xmlns="" xmlns:a16="http://schemas.microsoft.com/office/drawing/2014/main" val="3451522734"/>
                    </a:ext>
                  </a:extLst>
                </a:gridCol>
                <a:gridCol w="7520188">
                  <a:extLst>
                    <a:ext uri="{9D8B030D-6E8A-4147-A177-3AD203B41FA5}">
                      <a16:colId xmlns="" xmlns:a16="http://schemas.microsoft.com/office/drawing/2014/main" val="2453729010"/>
                    </a:ext>
                  </a:extLst>
                </a:gridCol>
              </a:tblGrid>
              <a:tr h="959346">
                <a:tc>
                  <a:txBody>
                    <a:bodyPr/>
                    <a:lstStyle/>
                    <a:p>
                      <a:r>
                        <a:rPr lang="en-IN" dirty="0"/>
                        <a:t>Our Services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21261309"/>
                  </a:ext>
                </a:extLst>
              </a:tr>
              <a:tr h="1632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Medical Exigency Support</a:t>
                      </a:r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Regular health monitoring with proper documentation.</a:t>
                      </a:r>
                    </a:p>
                    <a:p>
                      <a:r>
                        <a:rPr lang="en-IN" dirty="0"/>
                        <a:t>Medicines Supply.</a:t>
                      </a:r>
                    </a:p>
                    <a:p>
                      <a:r>
                        <a:rPr lang="en-IN" dirty="0"/>
                        <a:t>Emergency Support.</a:t>
                      </a:r>
                    </a:p>
                    <a:p>
                      <a:r>
                        <a:rPr lang="en-IN" dirty="0"/>
                        <a:t>Home ICU set up.</a:t>
                      </a:r>
                    </a:p>
                    <a:p>
                      <a:r>
                        <a:rPr lang="en-IN" dirty="0"/>
                        <a:t>Doctor visit as per requirement and on regular basis.</a:t>
                      </a:r>
                    </a:p>
                    <a:p>
                      <a:r>
                        <a:rPr lang="en-IN" dirty="0"/>
                        <a:t>24x7 Ambulance services.</a:t>
                      </a:r>
                    </a:p>
                    <a:p>
                      <a:r>
                        <a:rPr lang="en-IN" dirty="0" smtClean="0"/>
                        <a:t>Trained </a:t>
                      </a:r>
                      <a:r>
                        <a:rPr lang="en-IN" dirty="0"/>
                        <a:t>Nurse , Attendant &amp; Physiotherapist.</a:t>
                      </a:r>
                    </a:p>
                    <a:p>
                      <a:r>
                        <a:rPr lang="en-IN" dirty="0"/>
                        <a:t>24x7 Care </a:t>
                      </a:r>
                      <a:r>
                        <a:rPr lang="en-IN" dirty="0" smtClean="0"/>
                        <a:t>manager’s </a:t>
                      </a:r>
                      <a:r>
                        <a:rPr lang="en-IN" dirty="0"/>
                        <a:t>call coordination.</a:t>
                      </a:r>
                    </a:p>
                    <a:p>
                      <a:r>
                        <a:rPr lang="en-IN" dirty="0"/>
                        <a:t> 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08470888"/>
                  </a:ext>
                </a:extLst>
              </a:tr>
              <a:tr h="8840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Legal Work</a:t>
                      </a:r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Documents correction ( Mediclaim ,Adhar ,PAN , Legal support against Elder </a:t>
                      </a:r>
                      <a:r>
                        <a:rPr lang="en-IN" dirty="0" smtClean="0"/>
                        <a:t>Abuse </a:t>
                      </a:r>
                      <a:r>
                        <a:rPr lang="en-IN" dirty="0" err="1" smtClean="0"/>
                        <a:t>etc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/>
                        <a:t>).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85135255"/>
                  </a:ext>
                </a:extLst>
              </a:tr>
              <a:tr h="1679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Financial Management</a:t>
                      </a:r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Banking Support ,</a:t>
                      </a:r>
                    </a:p>
                    <a:p>
                      <a:r>
                        <a:rPr lang="en-IN" dirty="0" smtClean="0"/>
                        <a:t>Post </a:t>
                      </a:r>
                      <a:r>
                        <a:rPr lang="en-IN" dirty="0"/>
                        <a:t>Office Service ,</a:t>
                      </a:r>
                    </a:p>
                    <a:p>
                      <a:r>
                        <a:rPr lang="en-IN" dirty="0"/>
                        <a:t>Utility Bill Payment , </a:t>
                      </a:r>
                    </a:p>
                    <a:p>
                      <a:r>
                        <a:rPr lang="en-IN" dirty="0"/>
                        <a:t>Insurance claim , </a:t>
                      </a:r>
                    </a:p>
                    <a:p>
                      <a:r>
                        <a:rPr lang="en-IN" dirty="0"/>
                        <a:t>Audit , </a:t>
                      </a:r>
                    </a:p>
                    <a:p>
                      <a:r>
                        <a:rPr lang="en-IN" dirty="0"/>
                        <a:t>Property 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07538926"/>
                  </a:ext>
                </a:extLst>
              </a:tr>
              <a:tr h="6188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Remote family care consultancy</a:t>
                      </a:r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Blood and other tests and few diagnosis ,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414928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878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87CBF4AE-0FDF-C4E3-654E-64F36B122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309448"/>
              </p:ext>
            </p:extLst>
          </p:nvPr>
        </p:nvGraphicFramePr>
        <p:xfrm>
          <a:off x="198782" y="159025"/>
          <a:ext cx="11827566" cy="653100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913783">
                  <a:extLst>
                    <a:ext uri="{9D8B030D-6E8A-4147-A177-3AD203B41FA5}">
                      <a16:colId xmlns="" xmlns:a16="http://schemas.microsoft.com/office/drawing/2014/main" val="1622846843"/>
                    </a:ext>
                  </a:extLst>
                </a:gridCol>
                <a:gridCol w="5913783">
                  <a:extLst>
                    <a:ext uri="{9D8B030D-6E8A-4147-A177-3AD203B41FA5}">
                      <a16:colId xmlns="" xmlns:a16="http://schemas.microsoft.com/office/drawing/2014/main" val="3636394547"/>
                    </a:ext>
                  </a:extLst>
                </a:gridCol>
              </a:tblGrid>
              <a:tr h="1068457">
                <a:tc>
                  <a:txBody>
                    <a:bodyPr/>
                    <a:lstStyle/>
                    <a:p>
                      <a:r>
                        <a:rPr lang="en-IN" dirty="0"/>
                        <a:t>Our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13710440"/>
                  </a:ext>
                </a:extLst>
              </a:tr>
              <a:tr h="10684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Regular touch program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Five types of membership plans ,</a:t>
                      </a:r>
                    </a:p>
                    <a:p>
                      <a:r>
                        <a:rPr lang="en-IN" dirty="0"/>
                        <a:t>Scheduled Dedicated Care </a:t>
                      </a:r>
                      <a:r>
                        <a:rPr lang="en-IN" dirty="0" smtClean="0"/>
                        <a:t>Manager’s visit </a:t>
                      </a:r>
                      <a:r>
                        <a:rPr lang="en-IN" dirty="0"/>
                        <a:t>, 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04514645"/>
                  </a:ext>
                </a:extLst>
              </a:tr>
              <a:tr h="10684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Long term treatment support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Medical equipment on rent ,Home assistant support </a:t>
                      </a:r>
                      <a:r>
                        <a:rPr lang="en-IN" dirty="0" smtClean="0"/>
                        <a:t>, Home Care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72867681"/>
                  </a:ext>
                </a:extLst>
              </a:tr>
              <a:tr h="10684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Property management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Corporation , Municipality related </a:t>
                      </a:r>
                      <a:r>
                        <a:rPr lang="en-IN" dirty="0" smtClean="0"/>
                        <a:t>support,</a:t>
                      </a:r>
                      <a:r>
                        <a:rPr lang="en-IN" baseline="0" dirty="0" smtClean="0"/>
                        <a:t> Renovations, Interior decoration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38221082"/>
                  </a:ext>
                </a:extLst>
              </a:tr>
              <a:tr h="10684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Special occasion support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Birthday , Anniversary and other occasion support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649341563"/>
                  </a:ext>
                </a:extLst>
              </a:tr>
              <a:tr h="10684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Dementia Care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Mental activity practice , re-memorisation practice ,extensive companionship ,Walking assistance , Counselling , </a:t>
                      </a:r>
                      <a:r>
                        <a:rPr lang="en-IN" dirty="0" smtClean="0"/>
                        <a:t>Indoor </a:t>
                      </a:r>
                      <a:r>
                        <a:rPr lang="en-IN" dirty="0"/>
                        <a:t>Games , Cognitive Rehab Practice at Home , Occupational Therapy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50881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7684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01830B15-88C3-0335-9C7E-6AF76FBCD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729070"/>
              </p:ext>
            </p:extLst>
          </p:nvPr>
        </p:nvGraphicFramePr>
        <p:xfrm>
          <a:off x="0" y="19878"/>
          <a:ext cx="12192000" cy="7680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096000">
                  <a:extLst>
                    <a:ext uri="{9D8B030D-6E8A-4147-A177-3AD203B41FA5}">
                      <a16:colId xmlns="" xmlns:a16="http://schemas.microsoft.com/office/drawing/2014/main" val="3133337174"/>
                    </a:ext>
                  </a:extLst>
                </a:gridCol>
                <a:gridCol w="6096000">
                  <a:extLst>
                    <a:ext uri="{9D8B030D-6E8A-4147-A177-3AD203B41FA5}">
                      <a16:colId xmlns="" xmlns:a16="http://schemas.microsoft.com/office/drawing/2014/main" val="4051609154"/>
                    </a:ext>
                  </a:extLst>
                </a:gridCol>
              </a:tblGrid>
              <a:tr h="155100">
                <a:tc>
                  <a:txBody>
                    <a:bodyPr/>
                    <a:lstStyle/>
                    <a:p>
                      <a:r>
                        <a:rPr lang="en-IN" dirty="0"/>
                        <a:t>Our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28654440"/>
                  </a:ext>
                </a:extLst>
              </a:tr>
              <a:tr h="1318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Companionship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Motivation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Mental Stimulation</a:t>
                      </a:r>
                    </a:p>
                    <a:p>
                      <a:r>
                        <a:rPr lang="en-IN" dirty="0"/>
                        <a:t>Spending quality time </a:t>
                      </a:r>
                    </a:p>
                    <a:p>
                      <a:r>
                        <a:rPr lang="en-IN" dirty="0"/>
                        <a:t>Emotional Support</a:t>
                      </a:r>
                    </a:p>
                    <a:p>
                      <a:r>
                        <a:rPr lang="en-IN" dirty="0"/>
                        <a:t>Social Interaction</a:t>
                      </a:r>
                    </a:p>
                    <a:p>
                      <a:r>
                        <a:rPr lang="en-IN" dirty="0"/>
                        <a:t>Focusing on reducing loneliness and improving quality of life through activities like conversation ,sharing meals, hobbies, running errands(shopping , attending events and </a:t>
                      </a:r>
                      <a:r>
                        <a:rPr lang="en-IN" dirty="0" smtClean="0"/>
                        <a:t>appointments).</a:t>
                      </a:r>
                      <a:endParaRPr lang="en-IN" dirty="0"/>
                    </a:p>
                    <a:p>
                      <a:r>
                        <a:rPr lang="en-IN" dirty="0"/>
                        <a:t>Simply being a trusted friend to keep seniors engaged, safe and connected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409691865"/>
                  </a:ext>
                </a:extLst>
              </a:tr>
              <a:tr h="387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24x7 Ambulance Service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Ambulance form different location all over </a:t>
                      </a:r>
                      <a:r>
                        <a:rPr lang="en-IN" dirty="0" smtClean="0"/>
                        <a:t>Kolkata</a:t>
                      </a:r>
                      <a:r>
                        <a:rPr lang="en-IN" baseline="0" dirty="0" smtClean="0"/>
                        <a:t> including ICU </a:t>
                      </a:r>
                      <a:r>
                        <a:rPr lang="en-IN" baseline="0" dirty="0" err="1" smtClean="0"/>
                        <a:t>setup,oxygen,AC</a:t>
                      </a:r>
                      <a:r>
                        <a:rPr lang="en-IN" baseline="0" dirty="0" smtClean="0"/>
                        <a:t>/</a:t>
                      </a:r>
                      <a:r>
                        <a:rPr lang="en-IN" baseline="0" dirty="0" err="1" smtClean="0"/>
                        <a:t>NonAC,bookings</a:t>
                      </a:r>
                      <a:r>
                        <a:rPr lang="en-IN" baseline="0" dirty="0" smtClean="0"/>
                        <a:t> for long time </a:t>
                      </a:r>
                      <a:r>
                        <a:rPr lang="en-IN" baseline="0" dirty="0" err="1" smtClean="0"/>
                        <a:t>duration,attendents</a:t>
                      </a:r>
                      <a:r>
                        <a:rPr lang="en-IN" baseline="0" dirty="0" smtClean="0"/>
                        <a:t>.</a:t>
                      </a:r>
                      <a:r>
                        <a:rPr lang="en-IN" dirty="0" smtClean="0"/>
                        <a:t> </a:t>
                      </a:r>
                      <a:r>
                        <a:rPr lang="en-IN" dirty="0"/>
                        <a:t>We have 11 different ambulance booth.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91328718"/>
                  </a:ext>
                </a:extLst>
              </a:tr>
              <a:tr h="387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Home ICU Setup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Essential medical equipment’s </a:t>
                      </a:r>
                      <a:r>
                        <a:rPr lang="en-IN" dirty="0" smtClean="0"/>
                        <a:t>– Hospital/Fowler </a:t>
                      </a:r>
                      <a:r>
                        <a:rPr lang="en-IN" dirty="0"/>
                        <a:t>Bed and Air Mattress , Oxygen concentrator/cylinder , </a:t>
                      </a:r>
                      <a:r>
                        <a:rPr lang="en-IN" dirty="0" err="1"/>
                        <a:t>BiPAP</a:t>
                      </a:r>
                      <a:r>
                        <a:rPr lang="en-IN" dirty="0"/>
                        <a:t> </a:t>
                      </a:r>
                      <a:r>
                        <a:rPr lang="en-IN" dirty="0" smtClean="0"/>
                        <a:t>C-PAP, </a:t>
                      </a:r>
                      <a:r>
                        <a:rPr lang="en-IN" dirty="0"/>
                        <a:t>V</a:t>
                      </a:r>
                      <a:r>
                        <a:rPr lang="en-IN" dirty="0" smtClean="0"/>
                        <a:t>entilator</a:t>
                      </a:r>
                      <a:r>
                        <a:rPr lang="en-IN" dirty="0"/>
                        <a:t>, </a:t>
                      </a:r>
                      <a:r>
                        <a:rPr lang="en-IN" dirty="0" smtClean="0"/>
                        <a:t>Nebulizer </a:t>
                      </a:r>
                      <a:r>
                        <a:rPr lang="en-IN" dirty="0"/>
                        <a:t>, Suction Machine , IV Stand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97480303"/>
                  </a:ext>
                </a:extLst>
              </a:tr>
              <a:tr h="271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Physiotherapy &amp; Yoga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Male and female </a:t>
                      </a:r>
                      <a:r>
                        <a:rPr lang="en-IN" dirty="0" smtClean="0"/>
                        <a:t>physiotherapist</a:t>
                      </a:r>
                      <a:r>
                        <a:rPr lang="en-IN" baseline="0" dirty="0" smtClean="0"/>
                        <a:t> &amp; yoga therapists.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883746176"/>
                  </a:ext>
                </a:extLst>
              </a:tr>
              <a:tr h="620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Dementia Care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Palliative Support And Care at Home, Regular </a:t>
                      </a:r>
                      <a:r>
                        <a:rPr lang="en-IN" dirty="0" smtClean="0"/>
                        <a:t>coordination </a:t>
                      </a:r>
                      <a:r>
                        <a:rPr lang="en-IN" dirty="0"/>
                        <a:t>with </a:t>
                      </a:r>
                      <a:r>
                        <a:rPr lang="en-IN" dirty="0" smtClean="0"/>
                        <a:t>Doctor </a:t>
                      </a:r>
                      <a:r>
                        <a:rPr lang="en-IN" dirty="0"/>
                        <a:t>and Medical Team, Appointment Booking, Accompany </a:t>
                      </a:r>
                      <a:r>
                        <a:rPr lang="en-IN" dirty="0" smtClean="0"/>
                        <a:t>during </a:t>
                      </a:r>
                      <a:r>
                        <a:rPr lang="en-IN" dirty="0"/>
                        <a:t>t</a:t>
                      </a:r>
                      <a:r>
                        <a:rPr lang="en-IN" dirty="0" smtClean="0"/>
                        <a:t>reatment </a:t>
                      </a:r>
                      <a:r>
                        <a:rPr lang="en-IN" dirty="0"/>
                        <a:t>and follow up, Emotional Support and </a:t>
                      </a:r>
                      <a:r>
                        <a:rPr lang="en-IN" dirty="0" smtClean="0"/>
                        <a:t>addressing the </a:t>
                      </a:r>
                      <a:r>
                        <a:rPr lang="en-IN" dirty="0"/>
                        <a:t>n</a:t>
                      </a:r>
                      <a:r>
                        <a:rPr lang="en-IN" dirty="0" smtClean="0"/>
                        <a:t>eed </a:t>
                      </a:r>
                      <a:r>
                        <a:rPr lang="en-IN" dirty="0"/>
                        <a:t>of </a:t>
                      </a:r>
                      <a:r>
                        <a:rPr lang="en-IN" dirty="0" smtClean="0"/>
                        <a:t>patient</a:t>
                      </a:r>
                      <a:r>
                        <a:rPr lang="en-IN" dirty="0"/>
                        <a:t>, Managing side effects, </a:t>
                      </a:r>
                      <a:r>
                        <a:rPr lang="en-IN" dirty="0" err="1"/>
                        <a:t>Councilling</a:t>
                      </a:r>
                      <a:r>
                        <a:rPr lang="en-IN" dirty="0"/>
                        <a:t> and Therapy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89839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41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D631BE6B-4BA2-B498-4F70-A1DBF3BD6C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340819"/>
              </p:ext>
            </p:extLst>
          </p:nvPr>
        </p:nvGraphicFramePr>
        <p:xfrm>
          <a:off x="0" y="99390"/>
          <a:ext cx="12185374" cy="675861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057643">
                  <a:extLst>
                    <a:ext uri="{9D8B030D-6E8A-4147-A177-3AD203B41FA5}">
                      <a16:colId xmlns="" xmlns:a16="http://schemas.microsoft.com/office/drawing/2014/main" val="3939785759"/>
                    </a:ext>
                  </a:extLst>
                </a:gridCol>
                <a:gridCol w="6127731">
                  <a:extLst>
                    <a:ext uri="{9D8B030D-6E8A-4147-A177-3AD203B41FA5}">
                      <a16:colId xmlns="" xmlns:a16="http://schemas.microsoft.com/office/drawing/2014/main" val="1951144775"/>
                    </a:ext>
                  </a:extLst>
                </a:gridCol>
              </a:tblGrid>
              <a:tr h="1133892">
                <a:tc>
                  <a:txBody>
                    <a:bodyPr/>
                    <a:lstStyle/>
                    <a:p>
                      <a:r>
                        <a:rPr lang="en-IN" dirty="0"/>
                        <a:t>Our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25405762"/>
                  </a:ext>
                </a:extLst>
              </a:tr>
              <a:tr h="11338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Home dental &amp; Eye Checkup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Basic Preventive and Routine checkup can be arranged, </a:t>
                      </a:r>
                      <a:r>
                        <a:rPr lang="en-IN" dirty="0" smtClean="0"/>
                        <a:t>appointments can </a:t>
                      </a:r>
                      <a:r>
                        <a:rPr lang="en-IN" dirty="0"/>
                        <a:t>be </a:t>
                      </a:r>
                      <a:r>
                        <a:rPr lang="en-IN" dirty="0" smtClean="0"/>
                        <a:t>scheduled</a:t>
                      </a:r>
                      <a:r>
                        <a:rPr lang="en-IN" baseline="0" dirty="0" smtClean="0"/>
                        <a:t> </a:t>
                      </a:r>
                      <a:r>
                        <a:rPr lang="en-IN" dirty="0" smtClean="0"/>
                        <a:t>of </a:t>
                      </a:r>
                      <a:r>
                        <a:rPr lang="en-IN" dirty="0"/>
                        <a:t>specialist doctors.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75565884"/>
                  </a:ext>
                </a:extLst>
              </a:tr>
              <a:tr h="1496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Cancer treatment support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Palliative Support And Care at Home, Regular Coordination with </a:t>
                      </a:r>
                      <a:r>
                        <a:rPr lang="en-IN" dirty="0" smtClean="0"/>
                        <a:t>Doctor </a:t>
                      </a:r>
                      <a:r>
                        <a:rPr lang="en-IN" dirty="0"/>
                        <a:t>and Medical Team, Appointment Booking, Accompany During Treatment and follow up, Emotional Support and Addressing </a:t>
                      </a:r>
                      <a:r>
                        <a:rPr lang="en-IN" dirty="0" smtClean="0"/>
                        <a:t>the </a:t>
                      </a:r>
                      <a:r>
                        <a:rPr lang="en-IN" dirty="0"/>
                        <a:t>Need of Patient, Managing side effects, Counselling and Therapy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978098762"/>
                  </a:ext>
                </a:extLst>
              </a:tr>
              <a:tr h="14969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Dialysis treatment support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Palliative Support And Care at Home, Regular Coordination with </a:t>
                      </a:r>
                      <a:r>
                        <a:rPr lang="en-IN" dirty="0" smtClean="0"/>
                        <a:t>Doctor </a:t>
                      </a:r>
                      <a:r>
                        <a:rPr lang="en-IN" dirty="0"/>
                        <a:t>and Medical Team, Appointment Booking, Accompany During Treatment and follow up, Emotional Support and Addressing </a:t>
                      </a:r>
                      <a:r>
                        <a:rPr lang="en-IN" dirty="0" smtClean="0"/>
                        <a:t>the </a:t>
                      </a:r>
                      <a:r>
                        <a:rPr lang="en-IN" dirty="0"/>
                        <a:t>Need of Patient, Managing side effects, Counselling and Therapy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9784232"/>
                  </a:ext>
                </a:extLst>
              </a:tr>
              <a:tr h="1496942">
                <a:tc>
                  <a:txBody>
                    <a:bodyPr/>
                    <a:lstStyle/>
                    <a:p>
                      <a:r>
                        <a:rPr lang="en-IN" dirty="0"/>
                        <a:t>Home renovation &amp; Interior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Making Connection with Registered and experienced 3</a:t>
                      </a:r>
                      <a:r>
                        <a:rPr lang="en-IN" baseline="30000" dirty="0"/>
                        <a:t>rd</a:t>
                      </a:r>
                      <a:r>
                        <a:rPr lang="en-IN" dirty="0"/>
                        <a:t> party service providers creating safe and Accessible Environment Assisting in making decisions and coordination with patron, Minimize Disruption and Ensure quality 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86625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118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8EA09F7-C0F9-5216-CD6C-B664BB9A4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874" y="66673"/>
            <a:ext cx="8313268" cy="6689935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36752047-9706-86C0-4BE0-E4D64A3D4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163215"/>
              </p:ext>
            </p:extLst>
          </p:nvPr>
        </p:nvGraphicFramePr>
        <p:xfrm>
          <a:off x="190919" y="62095"/>
          <a:ext cx="3287778" cy="64893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7943">
                  <a:extLst>
                    <a:ext uri="{9D8B030D-6E8A-4147-A177-3AD203B41FA5}">
                      <a16:colId xmlns="" xmlns:a16="http://schemas.microsoft.com/office/drawing/2014/main" val="76035323"/>
                    </a:ext>
                  </a:extLst>
                </a:gridCol>
                <a:gridCol w="1659835">
                  <a:extLst>
                    <a:ext uri="{9D8B030D-6E8A-4147-A177-3AD203B41FA5}">
                      <a16:colId xmlns="" xmlns:a16="http://schemas.microsoft.com/office/drawing/2014/main" val="4159134515"/>
                    </a:ext>
                  </a:extLst>
                </a:gridCol>
              </a:tblGrid>
              <a:tr h="37166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24x7 Ambulance Network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/>
                        <a:t>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77151363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Birati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471208100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Dumdum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96457834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Airport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37062686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Rajarhat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534070531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New town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778990580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Saltlake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417432575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r>
                        <a:rPr lang="en-IN" dirty="0" err="1"/>
                        <a:t>Ultadanga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360291651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Shyambazar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93437775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Gariahat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669152490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Golf Green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302956702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Mukandapur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821331308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r>
                        <a:rPr lang="en-IN" dirty="0"/>
                        <a:t>Tollygunge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080480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Maheshtala</a:t>
                      </a:r>
                      <a:r>
                        <a:rPr lang="en-GB" dirty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85491878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Batanagar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494785188"/>
                  </a:ext>
                </a:extLst>
              </a:tr>
              <a:tr h="3716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Behala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35846919"/>
                  </a:ext>
                </a:extLst>
              </a:tr>
            </a:tbl>
          </a:graphicData>
        </a:graphic>
      </p:graphicFrame>
      <p:sp>
        <p:nvSpPr>
          <p:cNvPr id="2" name="Flowchart: Connector 1">
            <a:extLst>
              <a:ext uri="{FF2B5EF4-FFF2-40B4-BE49-F238E27FC236}">
                <a16:creationId xmlns="" xmlns:a16="http://schemas.microsoft.com/office/drawing/2014/main" id="{8B6A5344-59B8-1538-5A25-9B20466A2DC9}"/>
              </a:ext>
            </a:extLst>
          </p:cNvPr>
          <p:cNvSpPr/>
          <p:nvPr/>
        </p:nvSpPr>
        <p:spPr>
          <a:xfrm>
            <a:off x="2291548" y="1047447"/>
            <a:ext cx="160774" cy="16077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5" name="Flowchart: Connector 4">
            <a:extLst>
              <a:ext uri="{FF2B5EF4-FFF2-40B4-BE49-F238E27FC236}">
                <a16:creationId xmlns="" xmlns:a16="http://schemas.microsoft.com/office/drawing/2014/main" id="{D9053913-206D-C49D-C657-4AAFEAF40C92}"/>
              </a:ext>
            </a:extLst>
          </p:cNvPr>
          <p:cNvSpPr/>
          <p:nvPr/>
        </p:nvSpPr>
        <p:spPr>
          <a:xfrm>
            <a:off x="2291548" y="1422292"/>
            <a:ext cx="160774" cy="160774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Connector 5">
            <a:extLst>
              <a:ext uri="{FF2B5EF4-FFF2-40B4-BE49-F238E27FC236}">
                <a16:creationId xmlns="" xmlns:a16="http://schemas.microsoft.com/office/drawing/2014/main" id="{C3CAFC13-0FF2-4C49-395B-C8E1697C8C06}"/>
              </a:ext>
            </a:extLst>
          </p:cNvPr>
          <p:cNvSpPr/>
          <p:nvPr/>
        </p:nvSpPr>
        <p:spPr>
          <a:xfrm>
            <a:off x="2298791" y="1814683"/>
            <a:ext cx="160774" cy="160774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Connector 6">
            <a:extLst>
              <a:ext uri="{FF2B5EF4-FFF2-40B4-BE49-F238E27FC236}">
                <a16:creationId xmlns="" xmlns:a16="http://schemas.microsoft.com/office/drawing/2014/main" id="{52234FB5-321D-7A74-5B28-0BA3BF6F2E3C}"/>
              </a:ext>
            </a:extLst>
          </p:cNvPr>
          <p:cNvSpPr/>
          <p:nvPr/>
        </p:nvSpPr>
        <p:spPr>
          <a:xfrm>
            <a:off x="2291548" y="2177436"/>
            <a:ext cx="160774" cy="160774"/>
          </a:xfrm>
          <a:prstGeom prst="flowChartConnecto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Connector 7">
            <a:extLst>
              <a:ext uri="{FF2B5EF4-FFF2-40B4-BE49-F238E27FC236}">
                <a16:creationId xmlns="" xmlns:a16="http://schemas.microsoft.com/office/drawing/2014/main" id="{BE6CE9EB-69C5-4873-265D-AC8FC9094B6E}"/>
              </a:ext>
            </a:extLst>
          </p:cNvPr>
          <p:cNvSpPr/>
          <p:nvPr/>
        </p:nvSpPr>
        <p:spPr>
          <a:xfrm>
            <a:off x="2309998" y="2547187"/>
            <a:ext cx="160774" cy="160774"/>
          </a:xfrm>
          <a:prstGeom prst="flowChartConnector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Connector 8">
            <a:extLst>
              <a:ext uri="{FF2B5EF4-FFF2-40B4-BE49-F238E27FC236}">
                <a16:creationId xmlns="" xmlns:a16="http://schemas.microsoft.com/office/drawing/2014/main" id="{C7A31444-DB32-270D-61A8-744B42C58E5C}"/>
              </a:ext>
            </a:extLst>
          </p:cNvPr>
          <p:cNvSpPr/>
          <p:nvPr/>
        </p:nvSpPr>
        <p:spPr>
          <a:xfrm>
            <a:off x="2302120" y="2974353"/>
            <a:ext cx="160774" cy="160774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="" xmlns:a16="http://schemas.microsoft.com/office/drawing/2014/main" id="{140BF9DE-7284-3646-C6A0-C9106EAF7F58}"/>
              </a:ext>
            </a:extLst>
          </p:cNvPr>
          <p:cNvSpPr/>
          <p:nvPr/>
        </p:nvSpPr>
        <p:spPr>
          <a:xfrm>
            <a:off x="2308762" y="3329593"/>
            <a:ext cx="160774" cy="160774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Connector 10">
            <a:extLst>
              <a:ext uri="{FF2B5EF4-FFF2-40B4-BE49-F238E27FC236}">
                <a16:creationId xmlns="" xmlns:a16="http://schemas.microsoft.com/office/drawing/2014/main" id="{9B691701-2C85-E82D-4C59-D7990CFD3225}"/>
              </a:ext>
            </a:extLst>
          </p:cNvPr>
          <p:cNvSpPr/>
          <p:nvPr/>
        </p:nvSpPr>
        <p:spPr>
          <a:xfrm>
            <a:off x="2298791" y="3648216"/>
            <a:ext cx="160774" cy="160774"/>
          </a:xfrm>
          <a:prstGeom prst="flowChartConnec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Flowchart: Connector 11">
            <a:extLst>
              <a:ext uri="{FF2B5EF4-FFF2-40B4-BE49-F238E27FC236}">
                <a16:creationId xmlns="" xmlns:a16="http://schemas.microsoft.com/office/drawing/2014/main" id="{6CF8A790-CFED-4694-8842-93ED9829B0FA}"/>
              </a:ext>
            </a:extLst>
          </p:cNvPr>
          <p:cNvSpPr/>
          <p:nvPr/>
        </p:nvSpPr>
        <p:spPr>
          <a:xfrm>
            <a:off x="2296928" y="4086880"/>
            <a:ext cx="160774" cy="160774"/>
          </a:xfrm>
          <a:prstGeom prst="flowChartConnector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lowchart: Connector 12">
            <a:extLst>
              <a:ext uri="{FF2B5EF4-FFF2-40B4-BE49-F238E27FC236}">
                <a16:creationId xmlns="" xmlns:a16="http://schemas.microsoft.com/office/drawing/2014/main" id="{EB2C97AB-6191-A97A-ED56-FB87D5632A2A}"/>
              </a:ext>
            </a:extLst>
          </p:cNvPr>
          <p:cNvSpPr/>
          <p:nvPr/>
        </p:nvSpPr>
        <p:spPr>
          <a:xfrm>
            <a:off x="2308762" y="4432998"/>
            <a:ext cx="160774" cy="160774"/>
          </a:xfrm>
          <a:prstGeom prst="flowChartConnector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lowchart: Connector 13">
            <a:extLst>
              <a:ext uri="{FF2B5EF4-FFF2-40B4-BE49-F238E27FC236}">
                <a16:creationId xmlns="" xmlns:a16="http://schemas.microsoft.com/office/drawing/2014/main" id="{596DBC2E-02C6-2F85-E714-7C2FACA1B07D}"/>
              </a:ext>
            </a:extLst>
          </p:cNvPr>
          <p:cNvSpPr/>
          <p:nvPr/>
        </p:nvSpPr>
        <p:spPr>
          <a:xfrm>
            <a:off x="2304646" y="4826383"/>
            <a:ext cx="160774" cy="16077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Flowchart: Connector 14">
            <a:extLst>
              <a:ext uri="{FF2B5EF4-FFF2-40B4-BE49-F238E27FC236}">
                <a16:creationId xmlns="" xmlns:a16="http://schemas.microsoft.com/office/drawing/2014/main" id="{17B1CCE6-6804-1F6F-FE69-0FE392C71EB6}"/>
              </a:ext>
            </a:extLst>
          </p:cNvPr>
          <p:cNvSpPr/>
          <p:nvPr/>
        </p:nvSpPr>
        <p:spPr>
          <a:xfrm>
            <a:off x="2298791" y="5144412"/>
            <a:ext cx="160774" cy="160774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Connector 15">
            <a:extLst>
              <a:ext uri="{FF2B5EF4-FFF2-40B4-BE49-F238E27FC236}">
                <a16:creationId xmlns="" xmlns:a16="http://schemas.microsoft.com/office/drawing/2014/main" id="{6B73F694-5B41-12BC-595B-F09AA0F0153B}"/>
              </a:ext>
            </a:extLst>
          </p:cNvPr>
          <p:cNvSpPr/>
          <p:nvPr/>
        </p:nvSpPr>
        <p:spPr>
          <a:xfrm>
            <a:off x="2296928" y="5527934"/>
            <a:ext cx="160774" cy="160774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Connector 16">
            <a:extLst>
              <a:ext uri="{FF2B5EF4-FFF2-40B4-BE49-F238E27FC236}">
                <a16:creationId xmlns="" xmlns:a16="http://schemas.microsoft.com/office/drawing/2014/main" id="{4DBFE213-F238-D622-D77F-697BAC886C04}"/>
              </a:ext>
            </a:extLst>
          </p:cNvPr>
          <p:cNvSpPr/>
          <p:nvPr/>
        </p:nvSpPr>
        <p:spPr>
          <a:xfrm>
            <a:off x="2296928" y="5890687"/>
            <a:ext cx="160774" cy="160774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Connector 17">
            <a:extLst>
              <a:ext uri="{FF2B5EF4-FFF2-40B4-BE49-F238E27FC236}">
                <a16:creationId xmlns="" xmlns:a16="http://schemas.microsoft.com/office/drawing/2014/main" id="{F25917C6-ADD0-F0BB-9AFF-832E09B14815}"/>
              </a:ext>
            </a:extLst>
          </p:cNvPr>
          <p:cNvSpPr/>
          <p:nvPr/>
        </p:nvSpPr>
        <p:spPr>
          <a:xfrm>
            <a:off x="2296928" y="6265016"/>
            <a:ext cx="160774" cy="16077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lowchart: Connector 18">
            <a:extLst>
              <a:ext uri="{FF2B5EF4-FFF2-40B4-BE49-F238E27FC236}">
                <a16:creationId xmlns="" xmlns:a16="http://schemas.microsoft.com/office/drawing/2014/main" id="{6BA583D7-4594-C9C0-17B1-D3BDB267BB45}"/>
              </a:ext>
            </a:extLst>
          </p:cNvPr>
          <p:cNvSpPr/>
          <p:nvPr/>
        </p:nvSpPr>
        <p:spPr>
          <a:xfrm>
            <a:off x="9045193" y="715879"/>
            <a:ext cx="160774" cy="160774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lowchart: Connector 19">
            <a:extLst>
              <a:ext uri="{FF2B5EF4-FFF2-40B4-BE49-F238E27FC236}">
                <a16:creationId xmlns="" xmlns:a16="http://schemas.microsoft.com/office/drawing/2014/main" id="{E94C80A3-6B31-6252-B19D-43612A6B0143}"/>
              </a:ext>
            </a:extLst>
          </p:cNvPr>
          <p:cNvSpPr/>
          <p:nvPr/>
        </p:nvSpPr>
        <p:spPr>
          <a:xfrm>
            <a:off x="8686805" y="1347380"/>
            <a:ext cx="160774" cy="160774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lowchart: Connector 20">
            <a:extLst>
              <a:ext uri="{FF2B5EF4-FFF2-40B4-BE49-F238E27FC236}">
                <a16:creationId xmlns="" xmlns:a16="http://schemas.microsoft.com/office/drawing/2014/main" id="{50310573-C6E3-DF60-C517-4EB165A07AFE}"/>
              </a:ext>
            </a:extLst>
          </p:cNvPr>
          <p:cNvSpPr/>
          <p:nvPr/>
        </p:nvSpPr>
        <p:spPr>
          <a:xfrm>
            <a:off x="8964806" y="1266993"/>
            <a:ext cx="160774" cy="160774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lowchart: Connector 21">
            <a:extLst>
              <a:ext uri="{FF2B5EF4-FFF2-40B4-BE49-F238E27FC236}">
                <a16:creationId xmlns="" xmlns:a16="http://schemas.microsoft.com/office/drawing/2014/main" id="{FC51FE56-FCF3-214B-AD69-94A2252C47FD}"/>
              </a:ext>
            </a:extLst>
          </p:cNvPr>
          <p:cNvSpPr/>
          <p:nvPr/>
        </p:nvSpPr>
        <p:spPr>
          <a:xfrm>
            <a:off x="9137019" y="1663454"/>
            <a:ext cx="160774" cy="160774"/>
          </a:xfrm>
          <a:prstGeom prst="flowChartConnector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lowchart: Connector 22">
            <a:extLst>
              <a:ext uri="{FF2B5EF4-FFF2-40B4-BE49-F238E27FC236}">
                <a16:creationId xmlns="" xmlns:a16="http://schemas.microsoft.com/office/drawing/2014/main" id="{86EE3944-01A0-0B5F-A89C-CF195B7D4F5D}"/>
              </a:ext>
            </a:extLst>
          </p:cNvPr>
          <p:cNvSpPr/>
          <p:nvPr/>
        </p:nvSpPr>
        <p:spPr>
          <a:xfrm>
            <a:off x="8824132" y="1760881"/>
            <a:ext cx="160774" cy="160774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Flowchart: Connector 23">
            <a:extLst>
              <a:ext uri="{FF2B5EF4-FFF2-40B4-BE49-F238E27FC236}">
                <a16:creationId xmlns="" xmlns:a16="http://schemas.microsoft.com/office/drawing/2014/main" id="{E4C93118-E159-156C-E146-590DAC715178}"/>
              </a:ext>
            </a:extLst>
          </p:cNvPr>
          <p:cNvSpPr/>
          <p:nvPr/>
        </p:nvSpPr>
        <p:spPr>
          <a:xfrm>
            <a:off x="8854568" y="1975457"/>
            <a:ext cx="160774" cy="160774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lowchart: Connector 24">
            <a:extLst>
              <a:ext uri="{FF2B5EF4-FFF2-40B4-BE49-F238E27FC236}">
                <a16:creationId xmlns="" xmlns:a16="http://schemas.microsoft.com/office/drawing/2014/main" id="{58C848BC-85A4-CFFF-7159-24FACAEC81F2}"/>
              </a:ext>
            </a:extLst>
          </p:cNvPr>
          <p:cNvSpPr/>
          <p:nvPr/>
        </p:nvSpPr>
        <p:spPr>
          <a:xfrm>
            <a:off x="8454968" y="1734296"/>
            <a:ext cx="160774" cy="160774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lowchart: Connector 25">
            <a:extLst>
              <a:ext uri="{FF2B5EF4-FFF2-40B4-BE49-F238E27FC236}">
                <a16:creationId xmlns="" xmlns:a16="http://schemas.microsoft.com/office/drawing/2014/main" id="{36F3706D-18CD-9E01-D467-AE1332902730}"/>
              </a:ext>
            </a:extLst>
          </p:cNvPr>
          <p:cNvSpPr/>
          <p:nvPr/>
        </p:nvSpPr>
        <p:spPr>
          <a:xfrm>
            <a:off x="8206121" y="2353212"/>
            <a:ext cx="160774" cy="160774"/>
          </a:xfrm>
          <a:prstGeom prst="flowChartConnector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Flowchart: Connector 26">
            <a:extLst>
              <a:ext uri="{FF2B5EF4-FFF2-40B4-BE49-F238E27FC236}">
                <a16:creationId xmlns="" xmlns:a16="http://schemas.microsoft.com/office/drawing/2014/main" id="{27B2F68D-453A-C14A-2E99-3C62003D1AA9}"/>
              </a:ext>
            </a:extLst>
          </p:cNvPr>
          <p:cNvSpPr/>
          <p:nvPr/>
        </p:nvSpPr>
        <p:spPr>
          <a:xfrm>
            <a:off x="8882749" y="3071944"/>
            <a:ext cx="160774" cy="160774"/>
          </a:xfrm>
          <a:prstGeom prst="flowChartConnector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Flowchart: Connector 27">
            <a:extLst>
              <a:ext uri="{FF2B5EF4-FFF2-40B4-BE49-F238E27FC236}">
                <a16:creationId xmlns="" xmlns:a16="http://schemas.microsoft.com/office/drawing/2014/main" id="{FE7879DC-A0B5-A441-9A23-9423B5080EC4}"/>
              </a:ext>
            </a:extLst>
          </p:cNvPr>
          <p:cNvSpPr/>
          <p:nvPr/>
        </p:nvSpPr>
        <p:spPr>
          <a:xfrm>
            <a:off x="8294194" y="4006493"/>
            <a:ext cx="160774" cy="160774"/>
          </a:xfrm>
          <a:prstGeom prst="flowChartConnector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Flowchart: Connector 28">
            <a:extLst>
              <a:ext uri="{FF2B5EF4-FFF2-40B4-BE49-F238E27FC236}">
                <a16:creationId xmlns="" xmlns:a16="http://schemas.microsoft.com/office/drawing/2014/main" id="{DFE33D14-26AD-4E73-F9CA-E7C6B7196A7A}"/>
              </a:ext>
            </a:extLst>
          </p:cNvPr>
          <p:cNvSpPr/>
          <p:nvPr/>
        </p:nvSpPr>
        <p:spPr>
          <a:xfrm>
            <a:off x="8984906" y="4156668"/>
            <a:ext cx="160774" cy="160774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Flowchart: Connector 29">
            <a:extLst>
              <a:ext uri="{FF2B5EF4-FFF2-40B4-BE49-F238E27FC236}">
                <a16:creationId xmlns="" xmlns:a16="http://schemas.microsoft.com/office/drawing/2014/main" id="{8EE4A16D-DCC5-8537-20AA-C4F61EEAFAD2}"/>
              </a:ext>
            </a:extLst>
          </p:cNvPr>
          <p:cNvSpPr/>
          <p:nvPr/>
        </p:nvSpPr>
        <p:spPr>
          <a:xfrm>
            <a:off x="7740069" y="4047811"/>
            <a:ext cx="160774" cy="160774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Flowchart: Connector 30">
            <a:extLst>
              <a:ext uri="{FF2B5EF4-FFF2-40B4-BE49-F238E27FC236}">
                <a16:creationId xmlns="" xmlns:a16="http://schemas.microsoft.com/office/drawing/2014/main" id="{BF1824E0-10FE-23D2-F6D2-05D42F994312}"/>
              </a:ext>
            </a:extLst>
          </p:cNvPr>
          <p:cNvSpPr/>
          <p:nvPr/>
        </p:nvSpPr>
        <p:spPr>
          <a:xfrm>
            <a:off x="6764214" y="4665609"/>
            <a:ext cx="160774" cy="160774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Flowchart: Connector 31">
            <a:extLst>
              <a:ext uri="{FF2B5EF4-FFF2-40B4-BE49-F238E27FC236}">
                <a16:creationId xmlns="" xmlns:a16="http://schemas.microsoft.com/office/drawing/2014/main" id="{928412AF-769E-AD9A-A1BB-71ABB6C2BB8D}"/>
              </a:ext>
            </a:extLst>
          </p:cNvPr>
          <p:cNvSpPr/>
          <p:nvPr/>
        </p:nvSpPr>
        <p:spPr>
          <a:xfrm>
            <a:off x="7256584" y="4593772"/>
            <a:ext cx="160774" cy="160774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Flowchart: Connector 32">
            <a:extLst>
              <a:ext uri="{FF2B5EF4-FFF2-40B4-BE49-F238E27FC236}">
                <a16:creationId xmlns="" xmlns:a16="http://schemas.microsoft.com/office/drawing/2014/main" id="{C524EC1A-DF23-E047-DE26-7FC4D065715F}"/>
              </a:ext>
            </a:extLst>
          </p:cNvPr>
          <p:cNvSpPr/>
          <p:nvPr/>
        </p:nvSpPr>
        <p:spPr>
          <a:xfrm>
            <a:off x="6394101" y="5064025"/>
            <a:ext cx="160774" cy="160774"/>
          </a:xfrm>
          <a:prstGeom prst="flowChartConnector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48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9650AD37-6ED3-05C2-3393-D82709319938}"/>
              </a:ext>
            </a:extLst>
          </p:cNvPr>
          <p:cNvSpPr/>
          <p:nvPr/>
        </p:nvSpPr>
        <p:spPr>
          <a:xfrm>
            <a:off x="3924300" y="2337347"/>
            <a:ext cx="4343400" cy="17393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u="sng" dirty="0"/>
              <a:t>Companionship</a:t>
            </a: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47AB2906-E61E-2323-4D31-D216CFE6A0DA}"/>
              </a:ext>
            </a:extLst>
          </p:cNvPr>
          <p:cNvSpPr/>
          <p:nvPr/>
        </p:nvSpPr>
        <p:spPr>
          <a:xfrm>
            <a:off x="1133061" y="1391477"/>
            <a:ext cx="1958009" cy="725556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Recovering Support</a:t>
            </a:r>
          </a:p>
        </p:txBody>
      </p:sp>
      <p:sp>
        <p:nvSpPr>
          <p:cNvPr id="6" name="Oval 5">
            <a:extLst>
              <a:ext uri="{FF2B5EF4-FFF2-40B4-BE49-F238E27FC236}">
                <a16:creationId xmlns="" xmlns:a16="http://schemas.microsoft.com/office/drawing/2014/main" id="{0CB7053F-9019-EC8F-63D1-5EB2B3E9E594}"/>
              </a:ext>
            </a:extLst>
          </p:cNvPr>
          <p:cNvSpPr/>
          <p:nvPr/>
        </p:nvSpPr>
        <p:spPr>
          <a:xfrm>
            <a:off x="738809" y="2839275"/>
            <a:ext cx="1958009" cy="725556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Engaging in Activities</a:t>
            </a:r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3CDF6536-927B-61F0-20BF-C84BC3E47341}"/>
              </a:ext>
            </a:extLst>
          </p:cNvPr>
          <p:cNvSpPr/>
          <p:nvPr/>
        </p:nvSpPr>
        <p:spPr>
          <a:xfrm>
            <a:off x="1325215" y="4076695"/>
            <a:ext cx="1958009" cy="935934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Monitor Health and Safety</a:t>
            </a: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6D83C5D1-2FA1-8AC7-CEFF-34A58D451036}"/>
              </a:ext>
            </a:extLst>
          </p:cNvPr>
          <p:cNvSpPr/>
          <p:nvPr/>
        </p:nvSpPr>
        <p:spPr>
          <a:xfrm>
            <a:off x="3819934" y="510210"/>
            <a:ext cx="1958009" cy="72555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Motivation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3439AE4D-5A95-C98A-4090-087056C5BEE7}"/>
              </a:ext>
            </a:extLst>
          </p:cNvPr>
          <p:cNvSpPr/>
          <p:nvPr/>
        </p:nvSpPr>
        <p:spPr>
          <a:xfrm>
            <a:off x="8650334" y="4167963"/>
            <a:ext cx="1958009" cy="844666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Being Trusted friend</a:t>
            </a:r>
          </a:p>
        </p:txBody>
      </p:sp>
      <p:sp>
        <p:nvSpPr>
          <p:cNvPr id="10" name="Oval 9">
            <a:extLst>
              <a:ext uri="{FF2B5EF4-FFF2-40B4-BE49-F238E27FC236}">
                <a16:creationId xmlns="" xmlns:a16="http://schemas.microsoft.com/office/drawing/2014/main" id="{7A115860-7E27-1CAB-62B7-3B78C9AB68FC}"/>
              </a:ext>
            </a:extLst>
          </p:cNvPr>
          <p:cNvSpPr/>
          <p:nvPr/>
        </p:nvSpPr>
        <p:spPr>
          <a:xfrm>
            <a:off x="6467046" y="5014132"/>
            <a:ext cx="1958009" cy="725556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Running Errands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B338D23E-D82B-1618-E524-5CB4D766FF0A}"/>
              </a:ext>
            </a:extLst>
          </p:cNvPr>
          <p:cNvSpPr/>
          <p:nvPr/>
        </p:nvSpPr>
        <p:spPr>
          <a:xfrm>
            <a:off x="3766946" y="4922874"/>
            <a:ext cx="1958009" cy="908073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Playing Indoor Games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838CBF79-17C4-E9AC-F98D-16A59C21D7C1}"/>
              </a:ext>
            </a:extLst>
          </p:cNvPr>
          <p:cNvSpPr/>
          <p:nvPr/>
        </p:nvSpPr>
        <p:spPr>
          <a:xfrm>
            <a:off x="9316251" y="2658140"/>
            <a:ext cx="1958009" cy="911659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Reduction of loneliness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76B6726D-798C-06E3-A888-F06BD32382EE}"/>
              </a:ext>
            </a:extLst>
          </p:cNvPr>
          <p:cNvSpPr/>
          <p:nvPr/>
        </p:nvSpPr>
        <p:spPr>
          <a:xfrm>
            <a:off x="8743099" y="1391477"/>
            <a:ext cx="1958009" cy="725556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Emotinal</a:t>
            </a:r>
            <a:r>
              <a:rPr lang="en-IN" dirty="0"/>
              <a:t> Support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="" xmlns:a16="http://schemas.microsoft.com/office/drawing/2014/main" id="{CCA02C90-FFB9-56A3-A3E9-F7543A2C18A0}"/>
              </a:ext>
            </a:extLst>
          </p:cNvPr>
          <p:cNvSpPr/>
          <p:nvPr/>
        </p:nvSpPr>
        <p:spPr>
          <a:xfrm>
            <a:off x="6414059" y="510210"/>
            <a:ext cx="1958009" cy="72555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Mental Stimulation</a:t>
            </a:r>
          </a:p>
        </p:txBody>
      </p:sp>
    </p:spTree>
    <p:extLst>
      <p:ext uri="{BB962C8B-B14F-4D97-AF65-F5344CB8AC3E}">
        <p14:creationId xmlns:p14="http://schemas.microsoft.com/office/powerpoint/2010/main" val="415642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F3BE1D7B-C1E0-3B9A-B06F-9DE0B6996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832987"/>
              </p:ext>
            </p:extLst>
          </p:nvPr>
        </p:nvGraphicFramePr>
        <p:xfrm>
          <a:off x="105879" y="1222412"/>
          <a:ext cx="12018746" cy="4340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67802">
                  <a:extLst>
                    <a:ext uri="{9D8B030D-6E8A-4147-A177-3AD203B41FA5}">
                      <a16:colId xmlns="" xmlns:a16="http://schemas.microsoft.com/office/drawing/2014/main" val="3328464414"/>
                    </a:ext>
                  </a:extLst>
                </a:gridCol>
                <a:gridCol w="1305041">
                  <a:extLst>
                    <a:ext uri="{9D8B030D-6E8A-4147-A177-3AD203B41FA5}">
                      <a16:colId xmlns="" xmlns:a16="http://schemas.microsoft.com/office/drawing/2014/main" val="3922940862"/>
                    </a:ext>
                  </a:extLst>
                </a:gridCol>
                <a:gridCol w="1835216">
                  <a:extLst>
                    <a:ext uri="{9D8B030D-6E8A-4147-A177-3AD203B41FA5}">
                      <a16:colId xmlns="" xmlns:a16="http://schemas.microsoft.com/office/drawing/2014/main" val="1909451541"/>
                    </a:ext>
                  </a:extLst>
                </a:gridCol>
                <a:gridCol w="1305041">
                  <a:extLst>
                    <a:ext uri="{9D8B030D-6E8A-4147-A177-3AD203B41FA5}">
                      <a16:colId xmlns="" xmlns:a16="http://schemas.microsoft.com/office/drawing/2014/main" val="232923598"/>
                    </a:ext>
                  </a:extLst>
                </a:gridCol>
                <a:gridCol w="1468173">
                  <a:extLst>
                    <a:ext uri="{9D8B030D-6E8A-4147-A177-3AD203B41FA5}">
                      <a16:colId xmlns="" xmlns:a16="http://schemas.microsoft.com/office/drawing/2014/main" val="2467943795"/>
                    </a:ext>
                  </a:extLst>
                </a:gridCol>
                <a:gridCol w="1780838">
                  <a:extLst>
                    <a:ext uri="{9D8B030D-6E8A-4147-A177-3AD203B41FA5}">
                      <a16:colId xmlns="" xmlns:a16="http://schemas.microsoft.com/office/drawing/2014/main" val="3997467346"/>
                    </a:ext>
                  </a:extLst>
                </a:gridCol>
                <a:gridCol w="2256635">
                  <a:extLst>
                    <a:ext uri="{9D8B030D-6E8A-4147-A177-3AD203B41FA5}">
                      <a16:colId xmlns="" xmlns:a16="http://schemas.microsoft.com/office/drawing/2014/main" val="3514465155"/>
                    </a:ext>
                  </a:extLst>
                </a:gridCol>
              </a:tblGrid>
              <a:tr h="7015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MEMBERSHIP NAME</a:t>
                      </a:r>
                      <a:endParaRPr lang="en-IN" sz="1400" b="1" i="1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NO.OF VISIT(s) IN A MONTH</a:t>
                      </a:r>
                      <a:endParaRPr lang="en-US" sz="1400" b="1" i="1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CHARGE(SINGLE/COUPLE)</a:t>
                      </a:r>
                      <a:endParaRPr lang="en-IN" sz="1400" b="1" i="1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YEARLY</a:t>
                      </a:r>
                      <a:endParaRPr lang="en-IN" sz="1400" b="1" i="1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QUARTERLY</a:t>
                      </a:r>
                      <a:endParaRPr lang="en-IN" sz="1400" b="1" i="1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NO.OF CALLS IN A WEEK</a:t>
                      </a:r>
                      <a:endParaRPr lang="en-US" sz="1400" b="1" i="1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NIGHY EMERGENCY, HOLIDAYS,SUNDAYS</a:t>
                      </a:r>
                      <a:endParaRPr lang="en-IN" sz="1400" b="1" i="1" u="none" strike="noStrike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8507445"/>
                  </a:ext>
                </a:extLst>
              </a:tr>
              <a:tr h="6314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SEBA-BESIC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ONE</a:t>
                      </a:r>
                      <a:endParaRPr lang="en-IN" sz="12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999/1500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11000/17000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3000/4500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WEEKLY ONCE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500/hr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17466936"/>
                  </a:ext>
                </a:extLst>
              </a:tr>
              <a:tr h="704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SURAKSHA-STANDARD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TWO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1999/2499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23000/29000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6000/7500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WEEKLY ONCE</a:t>
                      </a:r>
                      <a:endParaRPr lang="en-IN" sz="12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500/hr</a:t>
                      </a:r>
                      <a:endParaRPr lang="en-IN" sz="12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15272430"/>
                  </a:ext>
                </a:extLst>
              </a:tr>
              <a:tr h="8264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SANJEEVANI-PREMIUM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FOUR(WEEKLY ONCE)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4500/5000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52500/58500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13500/15000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WEEKLY ONCE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500/hr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05654190"/>
                  </a:ext>
                </a:extLst>
              </a:tr>
              <a:tr h="8456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AMRIT-ELITE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EIGHT(WEEKLY TWO)</a:t>
                      </a:r>
                      <a:endParaRPr lang="en-IN" sz="12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7000/8000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82000/94000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21000/24000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WEEKLY ONCE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500/hr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8077096"/>
                  </a:ext>
                </a:extLst>
              </a:tr>
              <a:tr h="6314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INDEPENDENT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VISITS</a:t>
                      </a:r>
                      <a:endParaRPr lang="en-IN" sz="12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IN" sz="12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6000/7000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IN" sz="12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WEEKLY ONCE</a:t>
                      </a:r>
                      <a:endParaRPr lang="en-IN" sz="12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500/hr</a:t>
                      </a:r>
                      <a:endParaRPr lang="en-IN" sz="1200" b="1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23" marR="7423" marT="7423" marB="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4709208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B3A5A0D-3C58-A960-4B72-3B4AC09465B2}"/>
              </a:ext>
            </a:extLst>
          </p:cNvPr>
          <p:cNvSpPr txBox="1"/>
          <p:nvPr/>
        </p:nvSpPr>
        <p:spPr>
          <a:xfrm>
            <a:off x="2846671" y="6355706"/>
            <a:ext cx="60976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800" dirty="0">
                <a:latin typeface="Arial" panose="020B0604020202020204" pitchFamily="34" charset="0"/>
                <a:cs typeface="Arial" panose="020B0604020202020204" pitchFamily="34" charset="0"/>
              </a:rPr>
              <a:t>Ayushman Elder Care Services</a:t>
            </a:r>
          </a:p>
        </p:txBody>
      </p:sp>
    </p:spTree>
    <p:extLst>
      <p:ext uri="{BB962C8B-B14F-4D97-AF65-F5344CB8AC3E}">
        <p14:creationId xmlns:p14="http://schemas.microsoft.com/office/powerpoint/2010/main" val="2818562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EADF2F-C24D-7F0A-6F81-5356C199E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44" y="742950"/>
            <a:ext cx="9144000" cy="151572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/>
              <a:t>Membership Plan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111E92A-D8A5-91BE-AE3F-33FA8FF54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10" y="2221257"/>
            <a:ext cx="11834189" cy="293349"/>
          </a:xfrm>
        </p:spPr>
        <p:txBody>
          <a:bodyPr>
            <a:normAutofit fontScale="70000" lnSpcReduction="20000"/>
          </a:bodyPr>
          <a:lstStyle/>
          <a:p>
            <a:pPr algn="l"/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="" xmlns:a16="http://schemas.microsoft.com/office/drawing/2014/main" id="{844A3A10-765E-AB3A-B816-5872B0608741}"/>
              </a:ext>
            </a:extLst>
          </p:cNvPr>
          <p:cNvSpPr txBox="1">
            <a:spLocks/>
          </p:cNvSpPr>
          <p:nvPr/>
        </p:nvSpPr>
        <p:spPr>
          <a:xfrm>
            <a:off x="1219203" y="6115051"/>
            <a:ext cx="9144000" cy="651510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Ayushman Elder Care Services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F5D9BE10-F441-3951-B2BB-726092B89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244561"/>
              </p:ext>
            </p:extLst>
          </p:nvPr>
        </p:nvGraphicFramePr>
        <p:xfrm>
          <a:off x="53010" y="-96411"/>
          <a:ext cx="12085979" cy="635780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471781">
                  <a:extLst>
                    <a:ext uri="{9D8B030D-6E8A-4147-A177-3AD203B41FA5}">
                      <a16:colId xmlns="" xmlns:a16="http://schemas.microsoft.com/office/drawing/2014/main" val="318285494"/>
                    </a:ext>
                  </a:extLst>
                </a:gridCol>
                <a:gridCol w="1334270">
                  <a:extLst>
                    <a:ext uri="{9D8B030D-6E8A-4147-A177-3AD203B41FA5}">
                      <a16:colId xmlns="" xmlns:a16="http://schemas.microsoft.com/office/drawing/2014/main" val="2719664065"/>
                    </a:ext>
                  </a:extLst>
                </a:gridCol>
                <a:gridCol w="1436909">
                  <a:extLst>
                    <a:ext uri="{9D8B030D-6E8A-4147-A177-3AD203B41FA5}">
                      <a16:colId xmlns="" xmlns:a16="http://schemas.microsoft.com/office/drawing/2014/main" val="2900778153"/>
                    </a:ext>
                  </a:extLst>
                </a:gridCol>
                <a:gridCol w="1477961">
                  <a:extLst>
                    <a:ext uri="{9D8B030D-6E8A-4147-A177-3AD203B41FA5}">
                      <a16:colId xmlns="" xmlns:a16="http://schemas.microsoft.com/office/drawing/2014/main" val="1117367104"/>
                    </a:ext>
                  </a:extLst>
                </a:gridCol>
                <a:gridCol w="1365058">
                  <a:extLst>
                    <a:ext uri="{9D8B030D-6E8A-4147-A177-3AD203B41FA5}">
                      <a16:colId xmlns="" xmlns:a16="http://schemas.microsoft.com/office/drawing/2014/main" val="126259497"/>
                    </a:ext>
                  </a:extLst>
                </a:gridCol>
              </a:tblGrid>
              <a:tr h="5428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 COVERED IN EACH VISIT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SEBA-BESIC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SURAKSHA-STANDARD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SANJEEVANI-PREMIUM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AMRIT-ELITE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625497158"/>
                  </a:ext>
                </a:extLst>
              </a:tr>
              <a:tr h="45840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Dedicated personal Buddy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884838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Emergency Buddy Assistance 24X7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  <a:p>
                      <a:pPr algn="ctr" fontAlgn="ctr">
                        <a:buNone/>
                      </a:pP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10631952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Co-ordination with ambulance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  <a:p>
                      <a:pPr algn="ctr" fontAlgn="ctr">
                        <a:buNone/>
                      </a:pP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33275892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Buddy Connect Call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Once in a week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Once in a week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Once in a week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Once in a week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82652969"/>
                  </a:ext>
                </a:extLst>
              </a:tr>
              <a:tr h="3988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Making Service Sheet and keeping all records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9558795"/>
                  </a:ext>
                </a:extLst>
              </a:tr>
              <a:tr h="2824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Utility Bill Payment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Yes(During visit)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37552153"/>
                  </a:ext>
                </a:extLst>
              </a:tr>
              <a:tr h="4545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Salary/Wage management for home staffs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49514155"/>
                  </a:ext>
                </a:extLst>
              </a:tr>
              <a:tr h="68524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Passport office works, corporation office works, life certificate submission, govt. office works. </a:t>
                      </a: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Pension withdrawal from bank.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Collection/deposit of Cheque/ Bills/ Cash etc. </a:t>
                      </a: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Delivery of Medicine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 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 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 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 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94508619"/>
                  </a:ext>
                </a:extLst>
              </a:tr>
              <a:tr h="3988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Hand holding support for technological troubleshooting- WhatsApp, Skype, Zoom etc.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74080011"/>
                  </a:ext>
                </a:extLst>
              </a:tr>
              <a:tr h="3988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Doctor/ psychologist/ dietician appointment assistance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25551212"/>
                  </a:ext>
                </a:extLst>
              </a:tr>
              <a:tr h="45996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Accompany to bank, post office, insurance office, relatives place, malls, parks, doctor's clinic, pathological labs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 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 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 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 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97764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43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ED894FA-3B8B-7AF1-85FB-CC08B2E59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72271DF-B7F6-1AC5-FD8F-8CCD5DDDC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10" y="858845"/>
            <a:ext cx="11834189" cy="1655762"/>
          </a:xfrm>
        </p:spPr>
        <p:txBody>
          <a:bodyPr/>
          <a:lstStyle/>
          <a:p>
            <a:pPr algn="l"/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="" xmlns:a16="http://schemas.microsoft.com/office/drawing/2014/main" id="{E614D641-C432-1DAB-7216-89A566132D8E}"/>
              </a:ext>
            </a:extLst>
          </p:cNvPr>
          <p:cNvSpPr txBox="1">
            <a:spLocks/>
          </p:cNvSpPr>
          <p:nvPr/>
        </p:nvSpPr>
        <p:spPr>
          <a:xfrm>
            <a:off x="1219203" y="6241773"/>
            <a:ext cx="9144000" cy="612143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Ayushman Elder Care Services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0C48E64E-2D8E-1903-5867-35B83E2FC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893441"/>
              </p:ext>
            </p:extLst>
          </p:nvPr>
        </p:nvGraphicFramePr>
        <p:xfrm>
          <a:off x="0" y="542930"/>
          <a:ext cx="12191999" cy="44671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924550">
                  <a:extLst>
                    <a:ext uri="{9D8B030D-6E8A-4147-A177-3AD203B41FA5}">
                      <a16:colId xmlns="" xmlns:a16="http://schemas.microsoft.com/office/drawing/2014/main" val="318285494"/>
                    </a:ext>
                  </a:extLst>
                </a:gridCol>
                <a:gridCol w="1752600">
                  <a:extLst>
                    <a:ext uri="{9D8B030D-6E8A-4147-A177-3AD203B41FA5}">
                      <a16:colId xmlns="" xmlns:a16="http://schemas.microsoft.com/office/drawing/2014/main" val="2719664065"/>
                    </a:ext>
                  </a:extLst>
                </a:gridCol>
                <a:gridCol w="1533525">
                  <a:extLst>
                    <a:ext uri="{9D8B030D-6E8A-4147-A177-3AD203B41FA5}">
                      <a16:colId xmlns="" xmlns:a16="http://schemas.microsoft.com/office/drawing/2014/main" val="2900778153"/>
                    </a:ext>
                  </a:extLst>
                </a:gridCol>
                <a:gridCol w="1447800">
                  <a:extLst>
                    <a:ext uri="{9D8B030D-6E8A-4147-A177-3AD203B41FA5}">
                      <a16:colId xmlns="" xmlns:a16="http://schemas.microsoft.com/office/drawing/2014/main" val="1117367104"/>
                    </a:ext>
                  </a:extLst>
                </a:gridCol>
                <a:gridCol w="1533524">
                  <a:extLst>
                    <a:ext uri="{9D8B030D-6E8A-4147-A177-3AD203B41FA5}">
                      <a16:colId xmlns="" xmlns:a16="http://schemas.microsoft.com/office/drawing/2014/main" val="126259497"/>
                    </a:ext>
                  </a:extLst>
                </a:gridCol>
              </a:tblGrid>
              <a:tr h="3218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SERVICES COVERED IN EACH VISIT</a:t>
                      </a:r>
                      <a:endParaRPr lang="en-IN" sz="1200" b="1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SEBA-BESIC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SURAKSHA-STANDARD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SANJEEVANI-PREMIUM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AMRIT-ELITE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="" xmlns:a16="http://schemas.microsoft.com/office/drawing/2014/main" val="625497158"/>
                  </a:ext>
                </a:extLst>
              </a:tr>
              <a:tr h="3940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Grocery shopping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10631952"/>
                  </a:ext>
                </a:extLst>
              </a:tr>
              <a:tr h="3940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Checking all the Vitals - blood pressure, sugar, oxygen saturation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Yes(During visit)</a:t>
                      </a:r>
                    </a:p>
                    <a:p>
                      <a:pPr algn="ctr"/>
                      <a:endParaRPr lang="en-IN" sz="1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333275892"/>
                  </a:ext>
                </a:extLst>
              </a:tr>
              <a:tr h="35959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Coordination with family members during exigencies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882652969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Connect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 tie up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hospitals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emergency support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49558795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24x7 buddy connect with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well-wishers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 case of </a:t>
                      </a: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hospitalisation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969796557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Insurance/TPA co-ordination and negotiations during hospitalization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37552153"/>
                  </a:ext>
                </a:extLst>
              </a:tr>
              <a:tr h="4635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Alerts to be given to members regarding medication reminders &amp; medical appointments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549514155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Daily buddy </a:t>
                      </a:r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visits(4 visits) during 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post-operative recovery period.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94508619"/>
                  </a:ext>
                </a:extLst>
              </a:tr>
              <a:tr h="3940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Special occasion celebration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Available with a surge charge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Available with a surge charge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Available with a surge 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Available with a surge charge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074080011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Companionship needs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Yes(During visit)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Yes(During visit)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Yes(During visit)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Yes(During visit)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25551212"/>
                  </a:ext>
                </a:extLst>
              </a:tr>
              <a:tr h="52738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Pathological and other medical report collection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Yes(During visit)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Yes(During visit)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Yes(During visit)</a:t>
                      </a:r>
                      <a:endParaRPr kumimoji="0" lang="en-IN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Yes(During visit)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897764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08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2047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Assisting</a:t>
            </a:r>
            <a:r>
              <a:rPr lang="en-IN" dirty="0" smtClean="0">
                <a:solidFill>
                  <a:schemeClr val="bg1"/>
                </a:solidFill>
              </a:rPr>
              <a:t> Doctors(24/7)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35" y="1422759"/>
            <a:ext cx="2301386" cy="2501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700638" y="1474860"/>
            <a:ext cx="447630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Swagat</a:t>
            </a:r>
            <a:r>
              <a:rPr lang="en-IN" dirty="0"/>
              <a:t> </a:t>
            </a:r>
            <a:r>
              <a:rPr lang="en-IN" dirty="0" err="1"/>
              <a:t>Saha</a:t>
            </a:r>
            <a:endParaRPr lang="en-IN" dirty="0"/>
          </a:p>
          <a:p>
            <a:r>
              <a:rPr lang="en-IN" dirty="0" err="1" smtClean="0"/>
              <a:t>MBBS,MDGeneral</a:t>
            </a:r>
            <a:r>
              <a:rPr lang="en-IN" dirty="0" smtClean="0"/>
              <a:t> </a:t>
            </a:r>
            <a:r>
              <a:rPr lang="en-IN" dirty="0"/>
              <a:t>Medicine), MRCP </a:t>
            </a:r>
            <a:r>
              <a:rPr lang="en-IN" dirty="0" smtClean="0"/>
              <a:t>(UK)</a:t>
            </a:r>
            <a:endParaRPr lang="en-IN" dirty="0" smtClean="0"/>
          </a:p>
          <a:p>
            <a:r>
              <a:rPr lang="en-IN" dirty="0" smtClean="0"/>
              <a:t>Now attached with Ram Krishna Mission </a:t>
            </a:r>
            <a:r>
              <a:rPr lang="en-IN" dirty="0" err="1" smtClean="0"/>
              <a:t>Seva</a:t>
            </a:r>
            <a:r>
              <a:rPr lang="en-IN" dirty="0" smtClean="0"/>
              <a:t> </a:t>
            </a:r>
            <a:r>
              <a:rPr lang="en-IN" dirty="0" err="1" smtClean="0"/>
              <a:t>Pratisthan</a:t>
            </a:r>
            <a:r>
              <a:rPr lang="en-IN" dirty="0" smtClean="0"/>
              <a:t> (</a:t>
            </a:r>
            <a:r>
              <a:rPr lang="en-IN" dirty="0" err="1" smtClean="0"/>
              <a:t>Sishu</a:t>
            </a:r>
            <a:r>
              <a:rPr lang="en-IN" dirty="0" smtClean="0"/>
              <a:t> </a:t>
            </a:r>
            <a:r>
              <a:rPr lang="en-IN" dirty="0" err="1" smtClean="0"/>
              <a:t>Mangal</a:t>
            </a:r>
            <a:r>
              <a:rPr lang="en-IN" dirty="0" smtClean="0"/>
              <a:t>)as assistant professor </a:t>
            </a:r>
            <a:r>
              <a:rPr lang="en-IN" dirty="0" smtClean="0"/>
              <a:t>&amp; RSV Multi Speciality </a:t>
            </a:r>
            <a:r>
              <a:rPr lang="en-IN" dirty="0" err="1" smtClean="0"/>
              <a:t>Hospital,Red</a:t>
            </a:r>
            <a:r>
              <a:rPr lang="en-IN" dirty="0" smtClean="0"/>
              <a:t> Cross Society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11702" y="3148940"/>
            <a:ext cx="39978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Sayantani</a:t>
            </a:r>
            <a:r>
              <a:rPr lang="en-IN" dirty="0" smtClean="0"/>
              <a:t> </a:t>
            </a:r>
            <a:r>
              <a:rPr lang="en-IN" dirty="0" err="1" smtClean="0"/>
              <a:t>Chattopadhyay</a:t>
            </a:r>
            <a:endParaRPr lang="en-IN" dirty="0" smtClean="0"/>
          </a:p>
          <a:p>
            <a:r>
              <a:rPr lang="en-IN" dirty="0" smtClean="0"/>
              <a:t>MBBS (Now </a:t>
            </a:r>
            <a:r>
              <a:rPr lang="en-IN" dirty="0"/>
              <a:t>working as </a:t>
            </a:r>
            <a:r>
              <a:rPr lang="en-IN" dirty="0" smtClean="0"/>
              <a:t>a </a:t>
            </a:r>
            <a:r>
              <a:rPr lang="en-IN" dirty="0" smtClean="0"/>
              <a:t>RMO </a:t>
            </a:r>
            <a:r>
              <a:rPr lang="en-IN" dirty="0" smtClean="0"/>
              <a:t>in </a:t>
            </a:r>
            <a:r>
              <a:rPr lang="en-IN" dirty="0" err="1"/>
              <a:t>Manipal</a:t>
            </a:r>
            <a:r>
              <a:rPr lang="en-IN" dirty="0"/>
              <a:t> </a:t>
            </a:r>
            <a:r>
              <a:rPr lang="en-IN" dirty="0" smtClean="0"/>
              <a:t>Hospitals, </a:t>
            </a:r>
            <a:r>
              <a:rPr lang="en-IN" dirty="0" err="1" smtClean="0"/>
              <a:t>Dhakuria</a:t>
            </a:r>
            <a:r>
              <a:rPr lang="en-IN" dirty="0"/>
              <a:t>)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140" y="1442961"/>
            <a:ext cx="2392325" cy="249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 descr="C:\Users\SAUGATA\Downloads\WhatsApp Image 2026-01-23 at 12.14.34 AM.jpe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35" y="4072270"/>
            <a:ext cx="1988583" cy="2583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2697111" y="4073167"/>
            <a:ext cx="362926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Debtanu</a:t>
            </a:r>
            <a:r>
              <a:rPr lang="en-IN" dirty="0" smtClean="0"/>
              <a:t> Banerjee</a:t>
            </a:r>
          </a:p>
          <a:p>
            <a:r>
              <a:rPr lang="en-IN" dirty="0" smtClean="0"/>
              <a:t>MBBS, MRCP </a:t>
            </a:r>
          </a:p>
          <a:p>
            <a:r>
              <a:rPr lang="en-IN" dirty="0" smtClean="0"/>
              <a:t>Now attached with Fortis Hospital (</a:t>
            </a:r>
            <a:r>
              <a:rPr lang="en-IN" dirty="0" err="1" smtClean="0"/>
              <a:t>Anandapur</a:t>
            </a:r>
            <a:r>
              <a:rPr lang="en-IN" dirty="0" smtClean="0"/>
              <a:t>)in critical care unit </a:t>
            </a:r>
            <a:r>
              <a:rPr lang="en-IN" dirty="0" smtClean="0"/>
              <a:t>&amp; ILS (</a:t>
            </a:r>
            <a:r>
              <a:rPr lang="en-IN" dirty="0" err="1" smtClean="0"/>
              <a:t>Nagerbazaar</a:t>
            </a:r>
            <a:r>
              <a:rPr lang="en-IN" dirty="0" smtClean="0"/>
              <a:t>)in critical care unit</a:t>
            </a:r>
            <a:endParaRPr lang="en-IN" dirty="0"/>
          </a:p>
        </p:txBody>
      </p:sp>
      <p:pic>
        <p:nvPicPr>
          <p:cNvPr id="1031" name="Picture 7" descr="C:\Users\SAUGATA\Downloads\WhatsApp Image 2026-01-23 at 12.21.38 AM.jpe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6140" y="4051039"/>
            <a:ext cx="2360784" cy="2470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6581553" y="5817250"/>
            <a:ext cx="28601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 smtClean="0"/>
              <a:t>Sutirtha</a:t>
            </a:r>
            <a:r>
              <a:rPr lang="en-IN" dirty="0" smtClean="0"/>
              <a:t> Bhattacharya</a:t>
            </a:r>
            <a:endParaRPr lang="en-IN" dirty="0"/>
          </a:p>
          <a:p>
            <a:r>
              <a:rPr lang="en-IN" dirty="0" smtClean="0"/>
              <a:t>MBBS (General </a:t>
            </a:r>
            <a:r>
              <a:rPr lang="en-IN" dirty="0" smtClean="0"/>
              <a:t>Medicine)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7345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EA5132"/>
          </a:solidFill>
        </p:spPr>
        <p:txBody>
          <a:bodyPr/>
          <a:lstStyle/>
          <a:p>
            <a:pPr algn="ctr"/>
            <a:r>
              <a:rPr lang="en-IN" dirty="0" smtClean="0">
                <a:solidFill>
                  <a:schemeClr val="bg1"/>
                </a:solidFill>
                <a:latin typeface="Arial Black" pitchFamily="34" charset="0"/>
              </a:rPr>
              <a:t>TIED UP HOSPITALS</a:t>
            </a:r>
            <a:endParaRPr lang="en-IN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2">
              <a:lumMod val="40000"/>
              <a:lumOff val="60000"/>
            </a:schemeClr>
          </a:solidFill>
        </p:spPr>
        <p:txBody>
          <a:bodyPr>
            <a:normAutofit fontScale="92500" lnSpcReduction="10000"/>
          </a:bodyPr>
          <a:lstStyle/>
          <a:p>
            <a:pPr algn="ctr"/>
            <a:r>
              <a:rPr lang="en-IN" dirty="0" smtClean="0">
                <a:latin typeface="Berlin Sans FB Demi" pitchFamily="34" charset="0"/>
              </a:rPr>
              <a:t>ARTI MULTI SPECIALITY </a:t>
            </a:r>
            <a:r>
              <a:rPr lang="en-IN" dirty="0" err="1" smtClean="0">
                <a:latin typeface="Berlin Sans FB Demi" pitchFamily="34" charset="0"/>
              </a:rPr>
              <a:t>HOSPITAL,Kamalgazi,E.M.Bypass</a:t>
            </a:r>
            <a:endParaRPr lang="en-IN" dirty="0" smtClean="0">
              <a:latin typeface="Berlin Sans FB Demi" pitchFamily="34" charset="0"/>
            </a:endParaRPr>
          </a:p>
          <a:p>
            <a:pPr algn="ctr"/>
            <a:endParaRPr lang="en-IN" dirty="0" smtClean="0">
              <a:latin typeface="Berlin Sans FB Demi" pitchFamily="34" charset="0"/>
            </a:endParaRPr>
          </a:p>
          <a:p>
            <a:pPr algn="ctr"/>
            <a:r>
              <a:rPr lang="en-IN" dirty="0" smtClean="0">
                <a:latin typeface="Berlin Sans FB Demi" pitchFamily="34" charset="0"/>
              </a:rPr>
              <a:t>IRISH MULTISPECIALITY </a:t>
            </a:r>
            <a:r>
              <a:rPr lang="en-IN" dirty="0" err="1" smtClean="0">
                <a:latin typeface="Berlin Sans FB Demi" pitchFamily="34" charset="0"/>
              </a:rPr>
              <a:t>HOSPITAL,Baghajatin</a:t>
            </a:r>
            <a:endParaRPr lang="en-IN" dirty="0" smtClean="0">
              <a:latin typeface="Berlin Sans FB Demi" pitchFamily="34" charset="0"/>
            </a:endParaRPr>
          </a:p>
          <a:p>
            <a:pPr algn="ctr"/>
            <a:endParaRPr lang="en-IN" dirty="0">
              <a:latin typeface="Berlin Sans FB Demi" pitchFamily="34" charset="0"/>
            </a:endParaRPr>
          </a:p>
          <a:p>
            <a:pPr algn="ctr"/>
            <a:r>
              <a:rPr lang="en-IN" dirty="0" smtClean="0">
                <a:latin typeface="Berlin Sans FB Demi" pitchFamily="34" charset="0"/>
              </a:rPr>
              <a:t>APEX </a:t>
            </a:r>
            <a:r>
              <a:rPr lang="en-IN" dirty="0" err="1" smtClean="0">
                <a:latin typeface="Berlin Sans FB Demi" pitchFamily="34" charset="0"/>
              </a:rPr>
              <a:t>HOSPITAL,Hiland</a:t>
            </a:r>
            <a:r>
              <a:rPr lang="en-IN" dirty="0" smtClean="0">
                <a:latin typeface="Berlin Sans FB Demi" pitchFamily="34" charset="0"/>
              </a:rPr>
              <a:t> </a:t>
            </a:r>
            <a:r>
              <a:rPr lang="en-IN" dirty="0" err="1" smtClean="0">
                <a:latin typeface="Berlin Sans FB Demi" pitchFamily="34" charset="0"/>
              </a:rPr>
              <a:t>Park,Santoshpur,E.M.Bypass</a:t>
            </a:r>
            <a:endParaRPr lang="en-IN" dirty="0" smtClean="0">
              <a:latin typeface="Berlin Sans FB Demi" pitchFamily="34" charset="0"/>
            </a:endParaRPr>
          </a:p>
          <a:p>
            <a:pPr algn="ctr"/>
            <a:endParaRPr lang="en-IN" dirty="0" smtClean="0">
              <a:latin typeface="Berlin Sans FB Demi" pitchFamily="34" charset="0"/>
            </a:endParaRPr>
          </a:p>
          <a:p>
            <a:pPr algn="ctr"/>
            <a:r>
              <a:rPr lang="en-IN" dirty="0" smtClean="0">
                <a:latin typeface="Berlin Sans FB Demi" pitchFamily="34" charset="0"/>
              </a:rPr>
              <a:t>RSV MULTISPECIALITY </a:t>
            </a:r>
            <a:r>
              <a:rPr lang="en-IN" dirty="0" err="1" smtClean="0">
                <a:latin typeface="Berlin Sans FB Demi" pitchFamily="34" charset="0"/>
              </a:rPr>
              <a:t>HOSPITAL,Tollygunge</a:t>
            </a:r>
            <a:endParaRPr lang="en-IN" dirty="0" smtClean="0">
              <a:latin typeface="Berlin Sans FB Demi" pitchFamily="34" charset="0"/>
            </a:endParaRPr>
          </a:p>
          <a:p>
            <a:pPr algn="ctr"/>
            <a:endParaRPr lang="en-IN" dirty="0" smtClean="0">
              <a:latin typeface="Berlin Sans FB Demi" pitchFamily="34" charset="0"/>
            </a:endParaRPr>
          </a:p>
          <a:p>
            <a:pPr algn="ctr"/>
            <a:r>
              <a:rPr lang="en-IN" dirty="0" smtClean="0">
                <a:latin typeface="Berlin Sans FB Demi" pitchFamily="34" charset="0"/>
              </a:rPr>
              <a:t>DEVINE MULTISPECIALITY NURSING </a:t>
            </a:r>
            <a:r>
              <a:rPr lang="en-IN" dirty="0" err="1" smtClean="0">
                <a:latin typeface="Berlin Sans FB Demi" pitchFamily="34" charset="0"/>
              </a:rPr>
              <a:t>HOME,Beleghata,phoolbagan,near</a:t>
            </a:r>
            <a:r>
              <a:rPr lang="en-IN" dirty="0" smtClean="0">
                <a:latin typeface="Berlin Sans FB Demi" pitchFamily="34" charset="0"/>
              </a:rPr>
              <a:t> VIP Road</a:t>
            </a:r>
            <a:endParaRPr lang="en-IN" dirty="0">
              <a:latin typeface="Berlin Sans FB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894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 descr="Two people holding each other's hands">
            <a:extLst>
              <a:ext uri="{FF2B5EF4-FFF2-40B4-BE49-F238E27FC236}">
                <a16:creationId xmlns="" xmlns:a16="http://schemas.microsoft.com/office/drawing/2014/main" id="{9F7EDE65-E011-2A70-DA84-EFBFC90A50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7664" b="806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="" xmlns:a16="http://schemas.microsoft.com/office/drawing/2014/main" id="{EB0222B5-B739-82A9-5CCC-C5585AE12A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70A41F-1AD7-60A5-D369-7669445E5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7434"/>
            <a:ext cx="7800660" cy="15209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Thanking You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="" xmlns:a16="http://schemas.microsoft.com/office/drawing/2014/main" id="{5BE23E75-E7E9-4D9F-6D25-5512363F862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18A8BE5-D2CE-4387-B826-B7BB4DB52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6875" y="4753100"/>
            <a:ext cx="9878122" cy="14431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>
                <a:solidFill>
                  <a:srgbClr val="FFFFFF"/>
                </a:solidFill>
              </a:rPr>
              <a:t>Ayushman Elder Care Services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="" xmlns:a16="http://schemas.microsoft.com/office/drawing/2014/main" id="{61B115DB-65EB-3FC3-7284-CFDF4ADC60B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5600" y="106584"/>
            <a:ext cx="1467310" cy="1529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868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2019</TotalTime>
  <Words>1214</Words>
  <Application>Microsoft Office PowerPoint</Application>
  <PresentationFormat>Custom</PresentationFormat>
  <Paragraphs>315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Ayushman Elder Care Services</vt:lpstr>
      <vt:lpstr>Our Services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Membership Plan</vt:lpstr>
      <vt:lpstr>PowerPoint Presentation</vt:lpstr>
      <vt:lpstr>Assisting Doctors(24/7)</vt:lpstr>
      <vt:lpstr>TIED UP HOSPITALS</vt:lpstr>
      <vt:lpstr>Thanking You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Ayushman Elder Care Services</dc:title>
  <dc:creator>saugata1505@outlook.com</dc:creator>
  <cp:lastModifiedBy>SAUGATA</cp:lastModifiedBy>
  <cp:revision>39</cp:revision>
  <dcterms:created xsi:type="dcterms:W3CDTF">2026-01-04T15:15:22Z</dcterms:created>
  <dcterms:modified xsi:type="dcterms:W3CDTF">2026-01-22T20:25:19Z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d416368-08f7-4bc1-91f3-40e5aeb22721_Enabled">
    <vt:lpwstr>true</vt:lpwstr>
  </property>
  <property fmtid="{D5CDD505-2E9C-101B-9397-08002B2CF9AE}" pid="3" name="MSIP_Label_9d416368-08f7-4bc1-91f3-40e5aeb22721_SetDate">
    <vt:lpwstr>2026-01-06T02:57:35Z</vt:lpwstr>
  </property>
  <property fmtid="{D5CDD505-2E9C-101B-9397-08002B2CF9AE}" pid="4" name="MSIP_Label_9d416368-08f7-4bc1-91f3-40e5aeb22721_Method">
    <vt:lpwstr>Standard</vt:lpwstr>
  </property>
  <property fmtid="{D5CDD505-2E9C-101B-9397-08002B2CF9AE}" pid="5" name="MSIP_Label_9d416368-08f7-4bc1-91f3-40e5aeb22721_Name">
    <vt:lpwstr>Eurofins Internal</vt:lpwstr>
  </property>
  <property fmtid="{D5CDD505-2E9C-101B-9397-08002B2CF9AE}" pid="6" name="MSIP_Label_9d416368-08f7-4bc1-91f3-40e5aeb22721_SiteId">
    <vt:lpwstr>fbf68b05-aeb7-452f-80a3-73dc3c266171</vt:lpwstr>
  </property>
  <property fmtid="{D5CDD505-2E9C-101B-9397-08002B2CF9AE}" pid="7" name="MSIP_Label_9d416368-08f7-4bc1-91f3-40e5aeb22721_ActionId">
    <vt:lpwstr>263e7e26-a309-4176-9e66-52d9e84cd8e8</vt:lpwstr>
  </property>
  <property fmtid="{D5CDD505-2E9C-101B-9397-08002B2CF9AE}" pid="8" name="MSIP_Label_9d416368-08f7-4bc1-91f3-40e5aeb22721_ContentBits">
    <vt:lpwstr>0</vt:lpwstr>
  </property>
  <property fmtid="{D5CDD505-2E9C-101B-9397-08002B2CF9AE}" pid="9" name="MSIP_Label_9d416368-08f7-4bc1-91f3-40e5aeb22721_Tag">
    <vt:lpwstr>10, 3, 0, 1</vt:lpwstr>
  </property>
</Properties>
</file>